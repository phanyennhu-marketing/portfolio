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Roboto"/>
      <p:regular r:id="rId25"/>
      <p:bold r:id="rId26"/>
      <p:italic r:id="rId27"/>
      <p:boldItalic r:id="rId28"/>
    </p:embeddedFont>
    <p:embeddedFont>
      <p:font typeface="Playfair Display"/>
      <p:regular r:id="rId29"/>
      <p:bold r:id="rId30"/>
      <p:italic r:id="rId31"/>
      <p:boldItalic r:id="rId32"/>
    </p:embeddedFont>
    <p:embeddedFont>
      <p:font typeface="Lato"/>
      <p:regular r:id="rId33"/>
      <p:bold r:id="rId34"/>
      <p:italic r:id="rId35"/>
      <p:boldItalic r:id="rId36"/>
    </p:embeddedFont>
    <p:embeddedFont>
      <p:font typeface="Arvo"/>
      <p:regular r:id="rId37"/>
      <p:bold r:id="rId38"/>
      <p:italic r:id="rId39"/>
      <p:boldItalic r:id="rId40"/>
    </p:embeddedFont>
    <p:embeddedFont>
      <p:font typeface="Roboto Condensed"/>
      <p:regular r:id="rId41"/>
      <p:bold r:id="rId42"/>
      <p:italic r:id="rId43"/>
      <p:boldItalic r:id="rId44"/>
    </p:embeddedFont>
    <p:embeddedFont>
      <p:font typeface="Roboto Condensed Light"/>
      <p:regular r:id="rId45"/>
      <p:bold r:id="rId46"/>
      <p:italic r:id="rId47"/>
      <p:boldItalic r:id="rId48"/>
    </p:embeddedFont>
    <p:embeddedFont>
      <p:font typeface="Roboto Light"/>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rvo-boldItalic.fntdata"/><Relationship Id="rId42" Type="http://schemas.openxmlformats.org/officeDocument/2006/relationships/font" Target="fonts/RobotoCondensed-bold.fntdata"/><Relationship Id="rId41" Type="http://schemas.openxmlformats.org/officeDocument/2006/relationships/font" Target="fonts/RobotoCondensed-regular.fntdata"/><Relationship Id="rId44" Type="http://schemas.openxmlformats.org/officeDocument/2006/relationships/font" Target="fonts/RobotoCondensed-boldItalic.fntdata"/><Relationship Id="rId43" Type="http://schemas.openxmlformats.org/officeDocument/2006/relationships/font" Target="fonts/RobotoCondensed-italic.fntdata"/><Relationship Id="rId46" Type="http://schemas.openxmlformats.org/officeDocument/2006/relationships/font" Target="fonts/RobotoCondensedLight-bold.fntdata"/><Relationship Id="rId45" Type="http://schemas.openxmlformats.org/officeDocument/2006/relationships/font" Target="fonts/RobotoCondensedLigh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RobotoCondensedLight-boldItalic.fntdata"/><Relationship Id="rId47" Type="http://schemas.openxmlformats.org/officeDocument/2006/relationships/font" Target="fonts/RobotoCondensedLight-italic.fntdata"/><Relationship Id="rId49" Type="http://schemas.openxmlformats.org/officeDocument/2006/relationships/font" Target="fonts/RobotoLight-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layfairDisplay-italic.fntdata"/><Relationship Id="rId30" Type="http://schemas.openxmlformats.org/officeDocument/2006/relationships/font" Target="fonts/PlayfairDisplay-bold.fntdata"/><Relationship Id="rId33" Type="http://schemas.openxmlformats.org/officeDocument/2006/relationships/font" Target="fonts/Lato-regular.fntdata"/><Relationship Id="rId32" Type="http://schemas.openxmlformats.org/officeDocument/2006/relationships/font" Target="fonts/PlayfairDisplay-boldItalic.fntdata"/><Relationship Id="rId35" Type="http://schemas.openxmlformats.org/officeDocument/2006/relationships/font" Target="fonts/Lato-italic.fntdata"/><Relationship Id="rId34" Type="http://schemas.openxmlformats.org/officeDocument/2006/relationships/font" Target="fonts/Lato-bold.fntdata"/><Relationship Id="rId37" Type="http://schemas.openxmlformats.org/officeDocument/2006/relationships/font" Target="fonts/Arvo-regular.fntdata"/><Relationship Id="rId36" Type="http://schemas.openxmlformats.org/officeDocument/2006/relationships/font" Target="fonts/Lato-boldItalic.fntdata"/><Relationship Id="rId39" Type="http://schemas.openxmlformats.org/officeDocument/2006/relationships/font" Target="fonts/Arvo-italic.fntdata"/><Relationship Id="rId38" Type="http://schemas.openxmlformats.org/officeDocument/2006/relationships/font" Target="fonts/Arvo-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29" Type="http://schemas.openxmlformats.org/officeDocument/2006/relationships/font" Target="fonts/PlayfairDisplay-regular.fntdata"/><Relationship Id="rId51" Type="http://schemas.openxmlformats.org/officeDocument/2006/relationships/font" Target="fonts/RobotoLight-italic.fntdata"/><Relationship Id="rId50" Type="http://schemas.openxmlformats.org/officeDocument/2006/relationships/font" Target="fonts/RobotoLight-bold.fntdata"/><Relationship Id="rId52" Type="http://schemas.openxmlformats.org/officeDocument/2006/relationships/font" Target="fonts/RobotoLight-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02f7cf4d63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02f7cf4d63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02f7cf4d63_0_10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02f7cf4d63_0_10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02f7cf4d63_0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02f7cf4d63_0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02f7cf4d63_0_10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02f7cf4d63_0_10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02f7cf4d63_0_10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02f7cf4d63_0_10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02f7cf4d63_0_10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02f7cf4d63_0_10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02f7cf4d63_0_10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02f7cf4d63_0_1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02f7cf4d63_0_10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02f7cf4d63_0_10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02f7cf4d63_0_10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02f7cf4d63_0_10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f8535b0f4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2f8535b0f4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f8535b0f4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f8535b0f4b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f8535b0f4b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2f8535b0f4b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f8535b0f4b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2f8535b0f4b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f8535b0f4b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2f8535b0f4b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f8535b0f4b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2f8535b0f4b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2f8535b0f4b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2f8535b0f4b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f8535b0f4b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f8535b0f4b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2f8535b0f4b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2f8535b0f4b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54" name="Shape 54"/>
        <p:cNvGrpSpPr/>
        <p:nvPr/>
      </p:nvGrpSpPr>
      <p:grpSpPr>
        <a:xfrm>
          <a:off x="0" y="0"/>
          <a:ext cx="0" cy="0"/>
          <a:chOff x="0" y="0"/>
          <a:chExt cx="0" cy="0"/>
        </a:xfrm>
      </p:grpSpPr>
      <p:sp>
        <p:nvSpPr>
          <p:cNvPr id="55" name="Google Shape;55;p14"/>
          <p:cNvSpPr/>
          <p:nvPr/>
        </p:nvSpPr>
        <p:spPr>
          <a:xfrm>
            <a:off x="7544483" y="657775"/>
            <a:ext cx="1299300" cy="432900"/>
          </a:xfrm>
          <a:prstGeom prst="triangle">
            <a:avLst>
              <a:gd fmla="val 32425" name="adj"/>
            </a:avLst>
          </a:prstGeom>
          <a:solidFill>
            <a:srgbClr val="2632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nvGrpSpPr>
          <p:cNvPr id="56" name="Google Shape;56;p14"/>
          <p:cNvGrpSpPr/>
          <p:nvPr/>
        </p:nvGrpSpPr>
        <p:grpSpPr>
          <a:xfrm>
            <a:off x="0" y="-7088"/>
            <a:ext cx="8661398" cy="5150588"/>
            <a:chOff x="0" y="-7088"/>
            <a:chExt cx="8661398" cy="5150588"/>
          </a:xfrm>
        </p:grpSpPr>
        <p:sp>
          <p:nvSpPr>
            <p:cNvPr id="57" name="Google Shape;57;p14"/>
            <p:cNvSpPr/>
            <p:nvPr/>
          </p:nvSpPr>
          <p:spPr>
            <a:xfrm>
              <a:off x="0" y="0"/>
              <a:ext cx="3525000" cy="5143500"/>
            </a:xfrm>
            <a:prstGeom prst="rect">
              <a:avLst/>
            </a:prstGeom>
            <a:solidFill>
              <a:srgbClr val="38C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flipH="1" rot="10800000">
              <a:off x="3517898" y="-7088"/>
              <a:ext cx="5143500" cy="5143500"/>
            </a:xfrm>
            <a:prstGeom prst="rtTriangle">
              <a:avLst/>
            </a:prstGeom>
            <a:solidFill>
              <a:srgbClr val="38C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grpSp>
        <p:nvGrpSpPr>
          <p:cNvPr id="59" name="Google Shape;59;p14"/>
          <p:cNvGrpSpPr/>
          <p:nvPr/>
        </p:nvGrpSpPr>
        <p:grpSpPr>
          <a:xfrm flipH="1" rot="10800000">
            <a:off x="1" y="1090763"/>
            <a:ext cx="8847502" cy="2961975"/>
            <a:chOff x="-8178042" y="-4493254"/>
            <a:chExt cx="19483598" cy="6522736"/>
          </a:xfrm>
        </p:grpSpPr>
        <p:sp>
          <p:nvSpPr>
            <p:cNvPr id="60" name="Google Shape;60;p14"/>
            <p:cNvSpPr/>
            <p:nvPr/>
          </p:nvSpPr>
          <p:spPr>
            <a:xfrm>
              <a:off x="-8178042" y="-4493118"/>
              <a:ext cx="12968400" cy="6522600"/>
            </a:xfrm>
            <a:prstGeom prst="rect">
              <a:avLst/>
            </a:prstGeom>
            <a:solidFill>
              <a:srgbClr val="127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sp>
          <p:nvSpPr>
            <p:cNvPr id="61" name="Google Shape;61;p14"/>
            <p:cNvSpPr/>
            <p:nvPr/>
          </p:nvSpPr>
          <p:spPr>
            <a:xfrm>
              <a:off x="4782955" y="-4493254"/>
              <a:ext cx="6522600" cy="6522600"/>
            </a:xfrm>
            <a:prstGeom prst="rtTriangle">
              <a:avLst/>
            </a:prstGeom>
            <a:solidFill>
              <a:srgbClr val="127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grpSp>
        <p:nvGrpSpPr>
          <p:cNvPr id="62" name="Google Shape;62;p14"/>
          <p:cNvGrpSpPr/>
          <p:nvPr/>
        </p:nvGrpSpPr>
        <p:grpSpPr>
          <a:xfrm>
            <a:off x="3677236" y="4278349"/>
            <a:ext cx="5480829" cy="432996"/>
            <a:chOff x="5582265" y="4646738"/>
            <a:chExt cx="5480829" cy="432996"/>
          </a:xfrm>
        </p:grpSpPr>
        <p:sp>
          <p:nvSpPr>
            <p:cNvPr id="63" name="Google Shape;63;p14"/>
            <p:cNvSpPr/>
            <p:nvPr/>
          </p:nvSpPr>
          <p:spPr>
            <a:xfrm rot="10800000">
              <a:off x="5582265" y="4948334"/>
              <a:ext cx="394200" cy="131400"/>
            </a:xfrm>
            <a:prstGeom prst="triangle">
              <a:avLst>
                <a:gd fmla="val 32425" name="adj"/>
              </a:avLst>
            </a:prstGeom>
            <a:solidFill>
              <a:srgbClr val="D857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 name="Google Shape;64;p14"/>
            <p:cNvGrpSpPr/>
            <p:nvPr/>
          </p:nvGrpSpPr>
          <p:grpSpPr>
            <a:xfrm flipH="1">
              <a:off x="5585232" y="4646738"/>
              <a:ext cx="5477861" cy="304551"/>
              <a:chOff x="-24158748" y="330075"/>
              <a:chExt cx="30568423" cy="1699506"/>
            </a:xfrm>
          </p:grpSpPr>
          <p:sp>
            <p:nvSpPr>
              <p:cNvPr id="65" name="Google Shape;65;p14"/>
              <p:cNvSpPr/>
              <p:nvPr/>
            </p:nvSpPr>
            <p:spPr>
              <a:xfrm>
                <a:off x="-24158748" y="330081"/>
                <a:ext cx="28908000" cy="1699500"/>
              </a:xfrm>
              <a:prstGeom prst="rect">
                <a:avLst/>
              </a:prstGeom>
              <a:solidFill>
                <a:srgbClr val="FF67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p:nvPr/>
            </p:nvSpPr>
            <p:spPr>
              <a:xfrm>
                <a:off x="4710175" y="330075"/>
                <a:ext cx="1699500" cy="1699500"/>
              </a:xfrm>
              <a:prstGeom prst="rtTriangle">
                <a:avLst/>
              </a:prstGeom>
              <a:solidFill>
                <a:srgbClr val="FF67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7" name="Google Shape;67;p14"/>
          <p:cNvSpPr txBox="1"/>
          <p:nvPr>
            <p:ph type="ctrTitle"/>
          </p:nvPr>
        </p:nvSpPr>
        <p:spPr>
          <a:xfrm>
            <a:off x="685800" y="1090750"/>
            <a:ext cx="5367900" cy="29619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68" name="Google Shape;68;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300">
                <a:solidFill>
                  <a:srgbClr val="263248"/>
                </a:solidFill>
                <a:latin typeface="Roboto Condensed Light"/>
                <a:ea typeface="Roboto Condensed Light"/>
                <a:cs typeface="Roboto Condensed Light"/>
                <a:sym typeface="Roboto Condensed Light"/>
              </a:defRPr>
            </a:lvl1pPr>
            <a:lvl2pPr lvl="1">
              <a:buNone/>
              <a:defRPr sz="1300">
                <a:solidFill>
                  <a:srgbClr val="263248"/>
                </a:solidFill>
                <a:latin typeface="Roboto Condensed Light"/>
                <a:ea typeface="Roboto Condensed Light"/>
                <a:cs typeface="Roboto Condensed Light"/>
                <a:sym typeface="Roboto Condensed Light"/>
              </a:defRPr>
            </a:lvl2pPr>
            <a:lvl3pPr lvl="2">
              <a:buNone/>
              <a:defRPr sz="1300">
                <a:solidFill>
                  <a:srgbClr val="263248"/>
                </a:solidFill>
                <a:latin typeface="Roboto Condensed Light"/>
                <a:ea typeface="Roboto Condensed Light"/>
                <a:cs typeface="Roboto Condensed Light"/>
                <a:sym typeface="Roboto Condensed Light"/>
              </a:defRPr>
            </a:lvl3pPr>
            <a:lvl4pPr lvl="3">
              <a:buNone/>
              <a:defRPr sz="1300">
                <a:solidFill>
                  <a:srgbClr val="263248"/>
                </a:solidFill>
                <a:latin typeface="Roboto Condensed Light"/>
                <a:ea typeface="Roboto Condensed Light"/>
                <a:cs typeface="Roboto Condensed Light"/>
                <a:sym typeface="Roboto Condensed Light"/>
              </a:defRPr>
            </a:lvl4pPr>
            <a:lvl5pPr lvl="4">
              <a:buNone/>
              <a:defRPr sz="1300">
                <a:solidFill>
                  <a:srgbClr val="263248"/>
                </a:solidFill>
                <a:latin typeface="Roboto Condensed Light"/>
                <a:ea typeface="Roboto Condensed Light"/>
                <a:cs typeface="Roboto Condensed Light"/>
                <a:sym typeface="Roboto Condensed Light"/>
              </a:defRPr>
            </a:lvl5pPr>
            <a:lvl6pPr lvl="5">
              <a:buNone/>
              <a:defRPr sz="1300">
                <a:solidFill>
                  <a:srgbClr val="263248"/>
                </a:solidFill>
                <a:latin typeface="Roboto Condensed Light"/>
                <a:ea typeface="Roboto Condensed Light"/>
                <a:cs typeface="Roboto Condensed Light"/>
                <a:sym typeface="Roboto Condensed Light"/>
              </a:defRPr>
            </a:lvl6pPr>
            <a:lvl7pPr lvl="6">
              <a:buNone/>
              <a:defRPr sz="1300">
                <a:solidFill>
                  <a:srgbClr val="263248"/>
                </a:solidFill>
                <a:latin typeface="Roboto Condensed Light"/>
                <a:ea typeface="Roboto Condensed Light"/>
                <a:cs typeface="Roboto Condensed Light"/>
                <a:sym typeface="Roboto Condensed Light"/>
              </a:defRPr>
            </a:lvl7pPr>
            <a:lvl8pPr lvl="7">
              <a:buNone/>
              <a:defRPr sz="1300">
                <a:solidFill>
                  <a:srgbClr val="263248"/>
                </a:solidFill>
                <a:latin typeface="Roboto Condensed Light"/>
                <a:ea typeface="Roboto Condensed Light"/>
                <a:cs typeface="Roboto Condensed Light"/>
                <a:sym typeface="Roboto Condensed Light"/>
              </a:defRPr>
            </a:lvl8pPr>
            <a:lvl9pPr lvl="8">
              <a:buNone/>
              <a:defRPr sz="1300">
                <a:solidFill>
                  <a:srgbClr val="263248"/>
                </a:solidFill>
                <a:latin typeface="Roboto Condensed Light"/>
                <a:ea typeface="Roboto Condensed Light"/>
                <a:cs typeface="Roboto Condensed Light"/>
                <a:sym typeface="Roboto Condensed Light"/>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69" name="Shape 69"/>
        <p:cNvGrpSpPr/>
        <p:nvPr/>
      </p:nvGrpSpPr>
      <p:grpSpPr>
        <a:xfrm>
          <a:off x="0" y="0"/>
          <a:ext cx="0" cy="0"/>
          <a:chOff x="0" y="0"/>
          <a:chExt cx="0" cy="0"/>
        </a:xfrm>
      </p:grpSpPr>
      <p:sp>
        <p:nvSpPr>
          <p:cNvPr id="70" name="Google Shape;70;p15"/>
          <p:cNvSpPr/>
          <p:nvPr/>
        </p:nvSpPr>
        <p:spPr>
          <a:xfrm>
            <a:off x="5697214" y="2635519"/>
            <a:ext cx="889200" cy="296400"/>
          </a:xfrm>
          <a:prstGeom prst="triangle">
            <a:avLst>
              <a:gd fmla="val 32425" name="adj"/>
            </a:avLst>
          </a:prstGeom>
          <a:solidFill>
            <a:srgbClr val="2632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nvGrpSpPr>
          <p:cNvPr id="71" name="Google Shape;71;p15"/>
          <p:cNvGrpSpPr/>
          <p:nvPr/>
        </p:nvGrpSpPr>
        <p:grpSpPr>
          <a:xfrm>
            <a:off x="0" y="-7088"/>
            <a:ext cx="8661398" cy="5150588"/>
            <a:chOff x="0" y="-7088"/>
            <a:chExt cx="8661398" cy="5150588"/>
          </a:xfrm>
        </p:grpSpPr>
        <p:sp>
          <p:nvSpPr>
            <p:cNvPr id="72" name="Google Shape;72;p15"/>
            <p:cNvSpPr/>
            <p:nvPr/>
          </p:nvSpPr>
          <p:spPr>
            <a:xfrm>
              <a:off x="0" y="0"/>
              <a:ext cx="3525000" cy="5143500"/>
            </a:xfrm>
            <a:prstGeom prst="rect">
              <a:avLst/>
            </a:prstGeom>
            <a:solidFill>
              <a:srgbClr val="38C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5"/>
            <p:cNvSpPr/>
            <p:nvPr/>
          </p:nvSpPr>
          <p:spPr>
            <a:xfrm flipH="1" rot="10800000">
              <a:off x="3517898" y="-7088"/>
              <a:ext cx="5143500" cy="5143500"/>
            </a:xfrm>
            <a:prstGeom prst="rtTriangle">
              <a:avLst/>
            </a:prstGeom>
            <a:solidFill>
              <a:srgbClr val="38C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grpSp>
        <p:nvGrpSpPr>
          <p:cNvPr id="74" name="Google Shape;74;p15"/>
          <p:cNvGrpSpPr/>
          <p:nvPr/>
        </p:nvGrpSpPr>
        <p:grpSpPr>
          <a:xfrm flipH="1" rot="10800000">
            <a:off x="-2" y="2924826"/>
            <a:ext cx="6589087" cy="2027268"/>
            <a:chOff x="-9894852" y="-4493254"/>
            <a:chExt cx="21200407" cy="6522740"/>
          </a:xfrm>
        </p:grpSpPr>
        <p:sp>
          <p:nvSpPr>
            <p:cNvPr id="75" name="Google Shape;75;p15"/>
            <p:cNvSpPr/>
            <p:nvPr/>
          </p:nvSpPr>
          <p:spPr>
            <a:xfrm>
              <a:off x="-9894852" y="-4493114"/>
              <a:ext cx="14685300" cy="6522600"/>
            </a:xfrm>
            <a:prstGeom prst="rect">
              <a:avLst/>
            </a:prstGeom>
            <a:solidFill>
              <a:srgbClr val="127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sp>
          <p:nvSpPr>
            <p:cNvPr id="76" name="Google Shape;76;p15"/>
            <p:cNvSpPr/>
            <p:nvPr/>
          </p:nvSpPr>
          <p:spPr>
            <a:xfrm>
              <a:off x="4782955" y="-4493254"/>
              <a:ext cx="6522600" cy="6522600"/>
            </a:xfrm>
            <a:prstGeom prst="rtTriangle">
              <a:avLst/>
            </a:prstGeom>
            <a:solidFill>
              <a:srgbClr val="127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grpSp>
        <p:nvGrpSpPr>
          <p:cNvPr id="77" name="Google Shape;77;p15"/>
          <p:cNvGrpSpPr/>
          <p:nvPr/>
        </p:nvGrpSpPr>
        <p:grpSpPr>
          <a:xfrm>
            <a:off x="6941167" y="4472698"/>
            <a:ext cx="2202830" cy="670795"/>
            <a:chOff x="5575242" y="4472723"/>
            <a:chExt cx="2202830" cy="670795"/>
          </a:xfrm>
        </p:grpSpPr>
        <p:sp>
          <p:nvSpPr>
            <p:cNvPr id="78" name="Google Shape;78;p15"/>
            <p:cNvSpPr/>
            <p:nvPr/>
          </p:nvSpPr>
          <p:spPr>
            <a:xfrm rot="10800000">
              <a:off x="5575242" y="4948334"/>
              <a:ext cx="394200" cy="131400"/>
            </a:xfrm>
            <a:prstGeom prst="triangle">
              <a:avLst>
                <a:gd fmla="val 32425" name="adj"/>
              </a:avLst>
            </a:prstGeom>
            <a:solidFill>
              <a:srgbClr val="D857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 name="Google Shape;79;p15"/>
            <p:cNvGrpSpPr/>
            <p:nvPr/>
          </p:nvGrpSpPr>
          <p:grpSpPr>
            <a:xfrm flipH="1">
              <a:off x="5734850" y="4472723"/>
              <a:ext cx="2040837" cy="670795"/>
              <a:chOff x="1297954" y="330075"/>
              <a:chExt cx="5169293" cy="1699506"/>
            </a:xfrm>
          </p:grpSpPr>
          <p:sp>
            <p:nvSpPr>
              <p:cNvPr id="80" name="Google Shape;80;p15"/>
              <p:cNvSpPr/>
              <p:nvPr/>
            </p:nvSpPr>
            <p:spPr>
              <a:xfrm>
                <a:off x="1297954" y="330081"/>
                <a:ext cx="3476700" cy="1699500"/>
              </a:xfrm>
              <a:prstGeom prst="rect">
                <a:avLst/>
              </a:prstGeom>
              <a:solidFill>
                <a:srgbClr val="C7D3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
              <p:cNvSpPr/>
              <p:nvPr/>
            </p:nvSpPr>
            <p:spPr>
              <a:xfrm>
                <a:off x="4767747" y="330075"/>
                <a:ext cx="1699500" cy="1699500"/>
              </a:xfrm>
              <a:prstGeom prst="rtTriangle">
                <a:avLst/>
              </a:prstGeom>
              <a:solidFill>
                <a:srgbClr val="C7D3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 name="Google Shape;82;p15"/>
            <p:cNvGrpSpPr/>
            <p:nvPr/>
          </p:nvGrpSpPr>
          <p:grpSpPr>
            <a:xfrm flipH="1">
              <a:off x="5578209" y="4646738"/>
              <a:ext cx="2199863" cy="304563"/>
              <a:chOff x="-5827153" y="330075"/>
              <a:chExt cx="12276019" cy="1699569"/>
            </a:xfrm>
          </p:grpSpPr>
          <p:sp>
            <p:nvSpPr>
              <p:cNvPr id="83" name="Google Shape;83;p15"/>
              <p:cNvSpPr/>
              <p:nvPr/>
            </p:nvSpPr>
            <p:spPr>
              <a:xfrm>
                <a:off x="-5827153" y="330144"/>
                <a:ext cx="10612200" cy="1699500"/>
              </a:xfrm>
              <a:prstGeom prst="rect">
                <a:avLst/>
              </a:prstGeom>
              <a:solidFill>
                <a:srgbClr val="FF67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5"/>
              <p:cNvSpPr/>
              <p:nvPr/>
            </p:nvSpPr>
            <p:spPr>
              <a:xfrm>
                <a:off x="4749366" y="330075"/>
                <a:ext cx="1699500" cy="1699500"/>
              </a:xfrm>
              <a:prstGeom prst="rtTriangle">
                <a:avLst/>
              </a:prstGeom>
              <a:solidFill>
                <a:srgbClr val="FF67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5" name="Google Shape;85;p15"/>
          <p:cNvSpPr txBox="1"/>
          <p:nvPr>
            <p:ph type="ctrTitle"/>
          </p:nvPr>
        </p:nvSpPr>
        <p:spPr>
          <a:xfrm>
            <a:off x="463525" y="2871148"/>
            <a:ext cx="4094400" cy="11598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6" name="Google Shape;86;p15"/>
          <p:cNvSpPr txBox="1"/>
          <p:nvPr>
            <p:ph idx="1" type="subTitle"/>
          </p:nvPr>
        </p:nvSpPr>
        <p:spPr>
          <a:xfrm>
            <a:off x="463525" y="3975449"/>
            <a:ext cx="4094400" cy="784800"/>
          </a:xfrm>
          <a:prstGeom prst="rect">
            <a:avLst/>
          </a:prstGeom>
        </p:spPr>
        <p:txBody>
          <a:bodyPr anchorCtr="0" anchor="t" bIns="91425" lIns="91425" spcFirstLastPara="1" rIns="91425" wrap="square" tIns="91425">
            <a:noAutofit/>
          </a:bodyPr>
          <a:lstStyle>
            <a:lvl1pPr lvl="0">
              <a:spcBef>
                <a:spcPts val="0"/>
              </a:spcBef>
              <a:spcAft>
                <a:spcPts val="0"/>
              </a:spcAft>
              <a:buClr>
                <a:srgbClr val="FF9800"/>
              </a:buClr>
              <a:buSzPts val="2000"/>
              <a:buNone/>
              <a:defRPr sz="2000">
                <a:solidFill>
                  <a:srgbClr val="FF9800"/>
                </a:solidFill>
              </a:defRPr>
            </a:lvl1pPr>
            <a:lvl2pPr lvl="1">
              <a:spcBef>
                <a:spcPts val="1000"/>
              </a:spcBef>
              <a:spcAft>
                <a:spcPts val="0"/>
              </a:spcAft>
              <a:buClr>
                <a:srgbClr val="FF9800"/>
              </a:buClr>
              <a:buSzPts val="2000"/>
              <a:buNone/>
              <a:defRPr sz="2000">
                <a:solidFill>
                  <a:srgbClr val="FF9800"/>
                </a:solidFill>
              </a:defRPr>
            </a:lvl2pPr>
            <a:lvl3pPr lvl="2">
              <a:spcBef>
                <a:spcPts val="1000"/>
              </a:spcBef>
              <a:spcAft>
                <a:spcPts val="0"/>
              </a:spcAft>
              <a:buClr>
                <a:srgbClr val="FF9800"/>
              </a:buClr>
              <a:buSzPts val="2000"/>
              <a:buNone/>
              <a:defRPr sz="2000">
                <a:solidFill>
                  <a:srgbClr val="FF9800"/>
                </a:solidFill>
              </a:defRPr>
            </a:lvl3pPr>
            <a:lvl4pPr lvl="3">
              <a:spcBef>
                <a:spcPts val="1000"/>
              </a:spcBef>
              <a:spcAft>
                <a:spcPts val="0"/>
              </a:spcAft>
              <a:buClr>
                <a:srgbClr val="FF9800"/>
              </a:buClr>
              <a:buSzPts val="2000"/>
              <a:buNone/>
              <a:defRPr sz="2000">
                <a:solidFill>
                  <a:srgbClr val="FF9800"/>
                </a:solidFill>
              </a:defRPr>
            </a:lvl4pPr>
            <a:lvl5pPr lvl="4">
              <a:spcBef>
                <a:spcPts val="1000"/>
              </a:spcBef>
              <a:spcAft>
                <a:spcPts val="0"/>
              </a:spcAft>
              <a:buClr>
                <a:srgbClr val="FF9800"/>
              </a:buClr>
              <a:buSzPts val="2000"/>
              <a:buNone/>
              <a:defRPr sz="2000">
                <a:solidFill>
                  <a:srgbClr val="FF9800"/>
                </a:solidFill>
              </a:defRPr>
            </a:lvl5pPr>
            <a:lvl6pPr lvl="5">
              <a:spcBef>
                <a:spcPts val="1000"/>
              </a:spcBef>
              <a:spcAft>
                <a:spcPts val="0"/>
              </a:spcAft>
              <a:buClr>
                <a:srgbClr val="FF9800"/>
              </a:buClr>
              <a:buSzPts val="2000"/>
              <a:buNone/>
              <a:defRPr sz="2000">
                <a:solidFill>
                  <a:srgbClr val="FF9800"/>
                </a:solidFill>
              </a:defRPr>
            </a:lvl6pPr>
            <a:lvl7pPr lvl="6">
              <a:spcBef>
                <a:spcPts val="1000"/>
              </a:spcBef>
              <a:spcAft>
                <a:spcPts val="0"/>
              </a:spcAft>
              <a:buClr>
                <a:srgbClr val="FF9800"/>
              </a:buClr>
              <a:buSzPts val="2000"/>
              <a:buNone/>
              <a:defRPr sz="2000">
                <a:solidFill>
                  <a:srgbClr val="FF9800"/>
                </a:solidFill>
              </a:defRPr>
            </a:lvl7pPr>
            <a:lvl8pPr lvl="7">
              <a:spcBef>
                <a:spcPts val="1000"/>
              </a:spcBef>
              <a:spcAft>
                <a:spcPts val="0"/>
              </a:spcAft>
              <a:buClr>
                <a:srgbClr val="FF9800"/>
              </a:buClr>
              <a:buSzPts val="2000"/>
              <a:buNone/>
              <a:defRPr sz="2000">
                <a:solidFill>
                  <a:srgbClr val="FF9800"/>
                </a:solidFill>
              </a:defRPr>
            </a:lvl8pPr>
            <a:lvl9pPr lvl="8">
              <a:spcBef>
                <a:spcPts val="1000"/>
              </a:spcBef>
              <a:spcAft>
                <a:spcPts val="1000"/>
              </a:spcAft>
              <a:buClr>
                <a:srgbClr val="FF9800"/>
              </a:buClr>
              <a:buSzPts val="2000"/>
              <a:buNone/>
              <a:defRPr sz="2000">
                <a:solidFill>
                  <a:srgbClr val="FF9800"/>
                </a:solidFill>
              </a:defRPr>
            </a:lvl9pPr>
          </a:lstStyle>
          <a:p/>
        </p:txBody>
      </p:sp>
      <p:sp>
        <p:nvSpPr>
          <p:cNvPr id="87" name="Google Shape;87;p15"/>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88" name="Shape 88"/>
        <p:cNvGrpSpPr/>
        <p:nvPr/>
      </p:nvGrpSpPr>
      <p:grpSpPr>
        <a:xfrm>
          <a:off x="0" y="0"/>
          <a:ext cx="0" cy="0"/>
          <a:chOff x="0" y="0"/>
          <a:chExt cx="0" cy="0"/>
        </a:xfrm>
      </p:grpSpPr>
      <p:sp>
        <p:nvSpPr>
          <p:cNvPr id="89" name="Google Shape;89;p16"/>
          <p:cNvSpPr/>
          <p:nvPr/>
        </p:nvSpPr>
        <p:spPr>
          <a:xfrm>
            <a:off x="7544483" y="657775"/>
            <a:ext cx="1299300" cy="432900"/>
          </a:xfrm>
          <a:prstGeom prst="triangle">
            <a:avLst>
              <a:gd fmla="val 32425" name="adj"/>
            </a:avLst>
          </a:prstGeom>
          <a:solidFill>
            <a:srgbClr val="2632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nvGrpSpPr>
          <p:cNvPr id="90" name="Google Shape;90;p16"/>
          <p:cNvGrpSpPr/>
          <p:nvPr/>
        </p:nvGrpSpPr>
        <p:grpSpPr>
          <a:xfrm>
            <a:off x="0" y="-7088"/>
            <a:ext cx="8661398" cy="5150588"/>
            <a:chOff x="0" y="-7088"/>
            <a:chExt cx="8661398" cy="5150588"/>
          </a:xfrm>
        </p:grpSpPr>
        <p:sp>
          <p:nvSpPr>
            <p:cNvPr id="91" name="Google Shape;91;p16"/>
            <p:cNvSpPr/>
            <p:nvPr/>
          </p:nvSpPr>
          <p:spPr>
            <a:xfrm>
              <a:off x="0" y="0"/>
              <a:ext cx="3525000" cy="5143500"/>
            </a:xfrm>
            <a:prstGeom prst="rect">
              <a:avLst/>
            </a:prstGeom>
            <a:solidFill>
              <a:srgbClr val="38C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6"/>
            <p:cNvSpPr/>
            <p:nvPr/>
          </p:nvSpPr>
          <p:spPr>
            <a:xfrm flipH="1" rot="10800000">
              <a:off x="3517898" y="-7088"/>
              <a:ext cx="5143500" cy="5143500"/>
            </a:xfrm>
            <a:prstGeom prst="rtTriangle">
              <a:avLst/>
            </a:prstGeom>
            <a:solidFill>
              <a:srgbClr val="38C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grpSp>
        <p:nvGrpSpPr>
          <p:cNvPr id="93" name="Google Shape;93;p16"/>
          <p:cNvGrpSpPr/>
          <p:nvPr/>
        </p:nvGrpSpPr>
        <p:grpSpPr>
          <a:xfrm flipH="1" rot="10800000">
            <a:off x="1" y="1090763"/>
            <a:ext cx="8847502" cy="2961975"/>
            <a:chOff x="-8178042" y="-4493254"/>
            <a:chExt cx="19483598" cy="6522736"/>
          </a:xfrm>
        </p:grpSpPr>
        <p:sp>
          <p:nvSpPr>
            <p:cNvPr id="94" name="Google Shape;94;p16"/>
            <p:cNvSpPr/>
            <p:nvPr/>
          </p:nvSpPr>
          <p:spPr>
            <a:xfrm>
              <a:off x="-8178042" y="-4493118"/>
              <a:ext cx="12968400" cy="6522600"/>
            </a:xfrm>
            <a:prstGeom prst="rect">
              <a:avLst/>
            </a:prstGeom>
            <a:solidFill>
              <a:srgbClr val="127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sp>
          <p:nvSpPr>
            <p:cNvPr id="95" name="Google Shape;95;p16"/>
            <p:cNvSpPr/>
            <p:nvPr/>
          </p:nvSpPr>
          <p:spPr>
            <a:xfrm>
              <a:off x="4782955" y="-4493254"/>
              <a:ext cx="6522600" cy="6522600"/>
            </a:xfrm>
            <a:prstGeom prst="rtTriangle">
              <a:avLst/>
            </a:prstGeom>
            <a:solidFill>
              <a:srgbClr val="127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sp>
        <p:nvSpPr>
          <p:cNvPr id="96" name="Google Shape;96;p16"/>
          <p:cNvSpPr txBox="1"/>
          <p:nvPr>
            <p:ph idx="1" type="body"/>
          </p:nvPr>
        </p:nvSpPr>
        <p:spPr>
          <a:xfrm>
            <a:off x="829775" y="1202000"/>
            <a:ext cx="5090700" cy="2745000"/>
          </a:xfrm>
          <a:prstGeom prst="rect">
            <a:avLst/>
          </a:prstGeom>
        </p:spPr>
        <p:txBody>
          <a:bodyPr anchorCtr="0" anchor="t" bIns="91425" lIns="91425" spcFirstLastPara="1" rIns="91425" wrap="square" tIns="91425">
            <a:noAutofit/>
          </a:bodyPr>
          <a:lstStyle>
            <a:lvl1pPr indent="-419100" lvl="0" marL="457200">
              <a:spcBef>
                <a:spcPts val="600"/>
              </a:spcBef>
              <a:spcAft>
                <a:spcPts val="0"/>
              </a:spcAft>
              <a:buClr>
                <a:srgbClr val="FFFFFF"/>
              </a:buClr>
              <a:buSzPts val="3000"/>
              <a:buChar char="▰"/>
              <a:defRPr i="1" sz="3000">
                <a:solidFill>
                  <a:srgbClr val="FFFFFF"/>
                </a:solidFill>
              </a:defRPr>
            </a:lvl1pPr>
            <a:lvl2pPr indent="-419100" lvl="1" marL="914400">
              <a:spcBef>
                <a:spcPts val="480"/>
              </a:spcBef>
              <a:spcAft>
                <a:spcPts val="0"/>
              </a:spcAft>
              <a:buClr>
                <a:srgbClr val="FFFFFF"/>
              </a:buClr>
              <a:buSzPts val="3000"/>
              <a:buChar char="▻"/>
              <a:defRPr i="1" sz="3000">
                <a:solidFill>
                  <a:srgbClr val="FFFFFF"/>
                </a:solidFill>
              </a:defRPr>
            </a:lvl2pPr>
            <a:lvl3pPr indent="-419100" lvl="2" marL="1371600">
              <a:spcBef>
                <a:spcPts val="480"/>
              </a:spcBef>
              <a:spcAft>
                <a:spcPts val="0"/>
              </a:spcAft>
              <a:buClr>
                <a:srgbClr val="FFFFFF"/>
              </a:buClr>
              <a:buSzPts val="3000"/>
              <a:buChar char="▻"/>
              <a:defRPr i="1" sz="3000">
                <a:solidFill>
                  <a:srgbClr val="FFFFFF"/>
                </a:solidFill>
              </a:defRPr>
            </a:lvl3pPr>
            <a:lvl4pPr indent="-419100" lvl="3" marL="1828800">
              <a:spcBef>
                <a:spcPts val="360"/>
              </a:spcBef>
              <a:spcAft>
                <a:spcPts val="0"/>
              </a:spcAft>
              <a:buClr>
                <a:srgbClr val="FFFFFF"/>
              </a:buClr>
              <a:buSzPts val="3000"/>
              <a:buChar char="▻"/>
              <a:defRPr i="1" sz="3000">
                <a:solidFill>
                  <a:srgbClr val="FFFFFF"/>
                </a:solidFill>
              </a:defRPr>
            </a:lvl4pPr>
            <a:lvl5pPr indent="-419100" lvl="4" marL="2286000">
              <a:spcBef>
                <a:spcPts val="360"/>
              </a:spcBef>
              <a:spcAft>
                <a:spcPts val="0"/>
              </a:spcAft>
              <a:buClr>
                <a:srgbClr val="FFFFFF"/>
              </a:buClr>
              <a:buSzPts val="3000"/>
              <a:buChar char="▻"/>
              <a:defRPr i="1" sz="3000">
                <a:solidFill>
                  <a:srgbClr val="FFFFFF"/>
                </a:solidFill>
              </a:defRPr>
            </a:lvl5pPr>
            <a:lvl6pPr indent="-419100" lvl="5" marL="2743200">
              <a:spcBef>
                <a:spcPts val="360"/>
              </a:spcBef>
              <a:spcAft>
                <a:spcPts val="0"/>
              </a:spcAft>
              <a:buClr>
                <a:srgbClr val="FFFFFF"/>
              </a:buClr>
              <a:buSzPts val="3000"/>
              <a:buChar char="▻"/>
              <a:defRPr i="1" sz="3000">
                <a:solidFill>
                  <a:srgbClr val="FFFFFF"/>
                </a:solidFill>
              </a:defRPr>
            </a:lvl6pPr>
            <a:lvl7pPr indent="-419100" lvl="6" marL="3200400">
              <a:spcBef>
                <a:spcPts val="360"/>
              </a:spcBef>
              <a:spcAft>
                <a:spcPts val="0"/>
              </a:spcAft>
              <a:buClr>
                <a:srgbClr val="FFFFFF"/>
              </a:buClr>
              <a:buSzPts val="3000"/>
              <a:buChar char="▻"/>
              <a:defRPr i="1" sz="3000">
                <a:solidFill>
                  <a:srgbClr val="FFFFFF"/>
                </a:solidFill>
              </a:defRPr>
            </a:lvl7pPr>
            <a:lvl8pPr indent="-419100" lvl="7" marL="3657600">
              <a:spcBef>
                <a:spcPts val="360"/>
              </a:spcBef>
              <a:spcAft>
                <a:spcPts val="0"/>
              </a:spcAft>
              <a:buClr>
                <a:srgbClr val="FFFFFF"/>
              </a:buClr>
              <a:buSzPts val="3000"/>
              <a:buChar char="▻"/>
              <a:defRPr i="1" sz="3000">
                <a:solidFill>
                  <a:srgbClr val="FFFFFF"/>
                </a:solidFill>
              </a:defRPr>
            </a:lvl8pPr>
            <a:lvl9pPr indent="-419100" lvl="8" marL="4114800">
              <a:spcBef>
                <a:spcPts val="360"/>
              </a:spcBef>
              <a:spcAft>
                <a:spcPts val="0"/>
              </a:spcAft>
              <a:buClr>
                <a:srgbClr val="FFFFFF"/>
              </a:buClr>
              <a:buSzPts val="3000"/>
              <a:buChar char="▻"/>
              <a:defRPr i="1" sz="3000">
                <a:solidFill>
                  <a:srgbClr val="FFFFFF"/>
                </a:solidFill>
              </a:defRPr>
            </a:lvl9pPr>
          </a:lstStyle>
          <a:p/>
        </p:txBody>
      </p:sp>
      <p:sp>
        <p:nvSpPr>
          <p:cNvPr id="97" name="Google Shape;97;p16"/>
          <p:cNvSpPr txBox="1"/>
          <p:nvPr/>
        </p:nvSpPr>
        <p:spPr>
          <a:xfrm>
            <a:off x="286600" y="1014575"/>
            <a:ext cx="6765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vi" sz="7200">
                <a:solidFill>
                  <a:srgbClr val="FF6764"/>
                </a:solidFill>
              </a:rPr>
              <a:t>“</a:t>
            </a:r>
            <a:endParaRPr b="1" sz="7200">
              <a:solidFill>
                <a:srgbClr val="FF6764"/>
              </a:solidFill>
            </a:endParaRPr>
          </a:p>
        </p:txBody>
      </p:sp>
      <p:grpSp>
        <p:nvGrpSpPr>
          <p:cNvPr id="98" name="Google Shape;98;p16"/>
          <p:cNvGrpSpPr/>
          <p:nvPr/>
        </p:nvGrpSpPr>
        <p:grpSpPr>
          <a:xfrm>
            <a:off x="6946842" y="4472723"/>
            <a:ext cx="2202830" cy="670795"/>
            <a:chOff x="5575242" y="4472723"/>
            <a:chExt cx="2202830" cy="670795"/>
          </a:xfrm>
        </p:grpSpPr>
        <p:sp>
          <p:nvSpPr>
            <p:cNvPr id="99" name="Google Shape;99;p16"/>
            <p:cNvSpPr/>
            <p:nvPr/>
          </p:nvSpPr>
          <p:spPr>
            <a:xfrm rot="10800000">
              <a:off x="5575242" y="4948334"/>
              <a:ext cx="394200" cy="131400"/>
            </a:xfrm>
            <a:prstGeom prst="triangle">
              <a:avLst>
                <a:gd fmla="val 32425" name="adj"/>
              </a:avLst>
            </a:prstGeom>
            <a:solidFill>
              <a:srgbClr val="D857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 name="Google Shape;100;p16"/>
            <p:cNvGrpSpPr/>
            <p:nvPr/>
          </p:nvGrpSpPr>
          <p:grpSpPr>
            <a:xfrm flipH="1">
              <a:off x="5734850" y="4472723"/>
              <a:ext cx="2040837" cy="670795"/>
              <a:chOff x="1297954" y="330075"/>
              <a:chExt cx="5169293" cy="1699506"/>
            </a:xfrm>
          </p:grpSpPr>
          <p:sp>
            <p:nvSpPr>
              <p:cNvPr id="101" name="Google Shape;101;p16"/>
              <p:cNvSpPr/>
              <p:nvPr/>
            </p:nvSpPr>
            <p:spPr>
              <a:xfrm>
                <a:off x="1297954" y="330081"/>
                <a:ext cx="3476700" cy="1699500"/>
              </a:xfrm>
              <a:prstGeom prst="rect">
                <a:avLst/>
              </a:prstGeom>
              <a:solidFill>
                <a:srgbClr val="C7D3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6"/>
              <p:cNvSpPr/>
              <p:nvPr/>
            </p:nvSpPr>
            <p:spPr>
              <a:xfrm>
                <a:off x="4767747" y="330075"/>
                <a:ext cx="1699500" cy="1699500"/>
              </a:xfrm>
              <a:prstGeom prst="rtTriangle">
                <a:avLst/>
              </a:prstGeom>
              <a:solidFill>
                <a:srgbClr val="C7D3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 name="Google Shape;103;p16"/>
            <p:cNvGrpSpPr/>
            <p:nvPr/>
          </p:nvGrpSpPr>
          <p:grpSpPr>
            <a:xfrm flipH="1">
              <a:off x="5578209" y="4646738"/>
              <a:ext cx="2199863" cy="304563"/>
              <a:chOff x="-5827153" y="330075"/>
              <a:chExt cx="12276019" cy="1699569"/>
            </a:xfrm>
          </p:grpSpPr>
          <p:sp>
            <p:nvSpPr>
              <p:cNvPr id="104" name="Google Shape;104;p16"/>
              <p:cNvSpPr/>
              <p:nvPr/>
            </p:nvSpPr>
            <p:spPr>
              <a:xfrm>
                <a:off x="-5827153" y="330144"/>
                <a:ext cx="10612200" cy="1699500"/>
              </a:xfrm>
              <a:prstGeom prst="rect">
                <a:avLst/>
              </a:prstGeom>
              <a:solidFill>
                <a:srgbClr val="FF67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6"/>
              <p:cNvSpPr/>
              <p:nvPr/>
            </p:nvSpPr>
            <p:spPr>
              <a:xfrm>
                <a:off x="4749366" y="330075"/>
                <a:ext cx="1699500" cy="1699500"/>
              </a:xfrm>
              <a:prstGeom prst="rtTriangle">
                <a:avLst/>
              </a:prstGeom>
              <a:solidFill>
                <a:srgbClr val="FF67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6" name="Google Shape;106;p16"/>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07" name="Shape 107"/>
        <p:cNvGrpSpPr/>
        <p:nvPr/>
      </p:nvGrpSpPr>
      <p:grpSpPr>
        <a:xfrm>
          <a:off x="0" y="0"/>
          <a:ext cx="0" cy="0"/>
          <a:chOff x="0" y="0"/>
          <a:chExt cx="0" cy="0"/>
        </a:xfrm>
      </p:grpSpPr>
      <p:grpSp>
        <p:nvGrpSpPr>
          <p:cNvPr id="108" name="Google Shape;108;p17"/>
          <p:cNvGrpSpPr/>
          <p:nvPr/>
        </p:nvGrpSpPr>
        <p:grpSpPr>
          <a:xfrm>
            <a:off x="-4" y="40"/>
            <a:ext cx="7072430" cy="1327315"/>
            <a:chOff x="-4" y="40"/>
            <a:chExt cx="7072430" cy="1327315"/>
          </a:xfrm>
        </p:grpSpPr>
        <p:sp>
          <p:nvSpPr>
            <p:cNvPr id="109" name="Google Shape;109;p17"/>
            <p:cNvSpPr/>
            <p:nvPr/>
          </p:nvSpPr>
          <p:spPr>
            <a:xfrm>
              <a:off x="6292649" y="126425"/>
              <a:ext cx="779700" cy="259800"/>
            </a:xfrm>
            <a:prstGeom prst="triangle">
              <a:avLst>
                <a:gd fmla="val 32425" name="adj"/>
              </a:avLst>
            </a:prstGeom>
            <a:solidFill>
              <a:srgbClr val="2632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nvGrpSpPr>
            <p:cNvPr id="110" name="Google Shape;110;p17"/>
            <p:cNvGrpSpPr/>
            <p:nvPr/>
          </p:nvGrpSpPr>
          <p:grpSpPr>
            <a:xfrm flipH="1" rot="10800000">
              <a:off x="3" y="40"/>
              <a:ext cx="6756168" cy="1327315"/>
              <a:chOff x="-2168138" y="330075"/>
              <a:chExt cx="8650663" cy="1699506"/>
            </a:xfrm>
          </p:grpSpPr>
          <p:sp>
            <p:nvSpPr>
              <p:cNvPr id="111" name="Google Shape;111;p17"/>
              <p:cNvSpPr/>
              <p:nvPr/>
            </p:nvSpPr>
            <p:spPr>
              <a:xfrm>
                <a:off x="-2168138" y="330081"/>
                <a:ext cx="6958200" cy="1699500"/>
              </a:xfrm>
              <a:prstGeom prst="rect">
                <a:avLst/>
              </a:prstGeom>
              <a:solidFill>
                <a:srgbClr val="38C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sp>
            <p:nvSpPr>
              <p:cNvPr id="112" name="Google Shape;112;p17"/>
              <p:cNvSpPr/>
              <p:nvPr/>
            </p:nvSpPr>
            <p:spPr>
              <a:xfrm>
                <a:off x="4783025" y="330075"/>
                <a:ext cx="1699500" cy="1699500"/>
              </a:xfrm>
              <a:prstGeom prst="rtTriangle">
                <a:avLst/>
              </a:prstGeom>
              <a:solidFill>
                <a:srgbClr val="38C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grpSp>
          <p:nvGrpSpPr>
            <p:cNvPr id="113" name="Google Shape;113;p17"/>
            <p:cNvGrpSpPr/>
            <p:nvPr/>
          </p:nvGrpSpPr>
          <p:grpSpPr>
            <a:xfrm flipH="1" rot="10800000">
              <a:off x="-4" y="381007"/>
              <a:ext cx="7072430" cy="771744"/>
              <a:chOff x="-9092084" y="330075"/>
              <a:chExt cx="15574609" cy="1699501"/>
            </a:xfrm>
          </p:grpSpPr>
          <p:sp>
            <p:nvSpPr>
              <p:cNvPr id="114" name="Google Shape;114;p17"/>
              <p:cNvSpPr/>
              <p:nvPr/>
            </p:nvSpPr>
            <p:spPr>
              <a:xfrm>
                <a:off x="-9092084" y="330076"/>
                <a:ext cx="13882200" cy="1699500"/>
              </a:xfrm>
              <a:prstGeom prst="rect">
                <a:avLst/>
              </a:prstGeom>
              <a:solidFill>
                <a:srgbClr val="127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sp>
            <p:nvSpPr>
              <p:cNvPr id="115" name="Google Shape;115;p17"/>
              <p:cNvSpPr/>
              <p:nvPr/>
            </p:nvSpPr>
            <p:spPr>
              <a:xfrm>
                <a:off x="4783025" y="330075"/>
                <a:ext cx="1699500" cy="1699500"/>
              </a:xfrm>
              <a:prstGeom prst="rtTriangle">
                <a:avLst/>
              </a:prstGeom>
              <a:solidFill>
                <a:srgbClr val="127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grpSp>
      <p:grpSp>
        <p:nvGrpSpPr>
          <p:cNvPr id="116" name="Google Shape;116;p17"/>
          <p:cNvGrpSpPr/>
          <p:nvPr/>
        </p:nvGrpSpPr>
        <p:grpSpPr>
          <a:xfrm>
            <a:off x="6946842" y="4472723"/>
            <a:ext cx="2202830" cy="670795"/>
            <a:chOff x="5575242" y="4472723"/>
            <a:chExt cx="2202830" cy="670795"/>
          </a:xfrm>
        </p:grpSpPr>
        <p:sp>
          <p:nvSpPr>
            <p:cNvPr id="117" name="Google Shape;117;p17"/>
            <p:cNvSpPr/>
            <p:nvPr/>
          </p:nvSpPr>
          <p:spPr>
            <a:xfrm rot="10800000">
              <a:off x="5575242" y="4948334"/>
              <a:ext cx="394200" cy="131400"/>
            </a:xfrm>
            <a:prstGeom prst="triangle">
              <a:avLst>
                <a:gd fmla="val 32425" name="adj"/>
              </a:avLst>
            </a:prstGeom>
            <a:solidFill>
              <a:srgbClr val="D857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 name="Google Shape;118;p17"/>
            <p:cNvGrpSpPr/>
            <p:nvPr/>
          </p:nvGrpSpPr>
          <p:grpSpPr>
            <a:xfrm flipH="1">
              <a:off x="5734850" y="4472723"/>
              <a:ext cx="2040837" cy="670795"/>
              <a:chOff x="1297954" y="330075"/>
              <a:chExt cx="5169293" cy="1699506"/>
            </a:xfrm>
          </p:grpSpPr>
          <p:sp>
            <p:nvSpPr>
              <p:cNvPr id="119" name="Google Shape;119;p17"/>
              <p:cNvSpPr/>
              <p:nvPr/>
            </p:nvSpPr>
            <p:spPr>
              <a:xfrm>
                <a:off x="1297954" y="330081"/>
                <a:ext cx="3476700" cy="1699500"/>
              </a:xfrm>
              <a:prstGeom prst="rect">
                <a:avLst/>
              </a:prstGeom>
              <a:solidFill>
                <a:srgbClr val="C7D3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7"/>
              <p:cNvSpPr/>
              <p:nvPr/>
            </p:nvSpPr>
            <p:spPr>
              <a:xfrm>
                <a:off x="4767747" y="330075"/>
                <a:ext cx="1699500" cy="1699500"/>
              </a:xfrm>
              <a:prstGeom prst="rtTriangle">
                <a:avLst/>
              </a:prstGeom>
              <a:solidFill>
                <a:srgbClr val="C7D3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 name="Google Shape;121;p17"/>
            <p:cNvGrpSpPr/>
            <p:nvPr/>
          </p:nvGrpSpPr>
          <p:grpSpPr>
            <a:xfrm flipH="1">
              <a:off x="5578209" y="4646738"/>
              <a:ext cx="2199863" cy="304563"/>
              <a:chOff x="-5827153" y="330075"/>
              <a:chExt cx="12276019" cy="1699569"/>
            </a:xfrm>
          </p:grpSpPr>
          <p:sp>
            <p:nvSpPr>
              <p:cNvPr id="122" name="Google Shape;122;p17"/>
              <p:cNvSpPr/>
              <p:nvPr/>
            </p:nvSpPr>
            <p:spPr>
              <a:xfrm>
                <a:off x="-5827153" y="330144"/>
                <a:ext cx="10612200" cy="1699500"/>
              </a:xfrm>
              <a:prstGeom prst="rect">
                <a:avLst/>
              </a:prstGeom>
              <a:solidFill>
                <a:srgbClr val="FF67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p:nvPr/>
            </p:nvSpPr>
            <p:spPr>
              <a:xfrm>
                <a:off x="4749366" y="330075"/>
                <a:ext cx="1699500" cy="1699500"/>
              </a:xfrm>
              <a:prstGeom prst="rtTriangle">
                <a:avLst/>
              </a:prstGeom>
              <a:solidFill>
                <a:srgbClr val="FF67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4" name="Google Shape;124;p17"/>
          <p:cNvSpPr txBox="1"/>
          <p:nvPr>
            <p:ph type="title"/>
          </p:nvPr>
        </p:nvSpPr>
        <p:spPr>
          <a:xfrm>
            <a:off x="814275" y="392575"/>
            <a:ext cx="5492400" cy="7662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25" name="Google Shape;125;p17"/>
          <p:cNvSpPr txBox="1"/>
          <p:nvPr>
            <p:ph idx="1" type="body"/>
          </p:nvPr>
        </p:nvSpPr>
        <p:spPr>
          <a:xfrm>
            <a:off x="814275" y="1327350"/>
            <a:ext cx="6132600" cy="3145500"/>
          </a:xfrm>
          <a:prstGeom prst="rect">
            <a:avLst/>
          </a:prstGeom>
        </p:spPr>
        <p:txBody>
          <a:bodyPr anchorCtr="0" anchor="ctr" bIns="91425" lIns="91425" spcFirstLastPara="1" rIns="91425" wrap="square" tIns="91425">
            <a:noAutofit/>
          </a:bodyPr>
          <a:lstStyle>
            <a:lvl1pPr indent="-381000" lvl="0" marL="457200">
              <a:spcBef>
                <a:spcPts val="600"/>
              </a:spcBef>
              <a:spcAft>
                <a:spcPts val="0"/>
              </a:spcAft>
              <a:buSzPts val="2400"/>
              <a:buChar char="▰"/>
              <a:defRPr/>
            </a:lvl1pPr>
            <a:lvl2pPr indent="-381000" lvl="1" marL="914400">
              <a:spcBef>
                <a:spcPts val="1000"/>
              </a:spcBef>
              <a:spcAft>
                <a:spcPts val="0"/>
              </a:spcAft>
              <a:buSzPts val="2400"/>
              <a:buChar char="▻"/>
              <a:defRPr/>
            </a:lvl2pPr>
            <a:lvl3pPr indent="-381000" lvl="2" marL="1371600">
              <a:spcBef>
                <a:spcPts val="1000"/>
              </a:spcBef>
              <a:spcAft>
                <a:spcPts val="0"/>
              </a:spcAft>
              <a:buSzPts val="2400"/>
              <a:buChar char="▻"/>
              <a:defRPr/>
            </a:lvl3pPr>
            <a:lvl4pPr indent="-381000" lvl="3" marL="1828800">
              <a:spcBef>
                <a:spcPts val="1000"/>
              </a:spcBef>
              <a:spcAft>
                <a:spcPts val="0"/>
              </a:spcAft>
              <a:buSzPts val="2400"/>
              <a:buChar char="▻"/>
              <a:defRPr/>
            </a:lvl4pPr>
            <a:lvl5pPr indent="-381000" lvl="4" marL="2286000">
              <a:spcBef>
                <a:spcPts val="1000"/>
              </a:spcBef>
              <a:spcAft>
                <a:spcPts val="0"/>
              </a:spcAft>
              <a:buSzPts val="2400"/>
              <a:buChar char="▻"/>
              <a:defRPr/>
            </a:lvl5pPr>
            <a:lvl6pPr indent="-381000" lvl="5" marL="2743200">
              <a:spcBef>
                <a:spcPts val="1000"/>
              </a:spcBef>
              <a:spcAft>
                <a:spcPts val="0"/>
              </a:spcAft>
              <a:buSzPts val="2400"/>
              <a:buChar char="▻"/>
              <a:defRPr/>
            </a:lvl6pPr>
            <a:lvl7pPr indent="-381000" lvl="6" marL="3200400">
              <a:spcBef>
                <a:spcPts val="1000"/>
              </a:spcBef>
              <a:spcAft>
                <a:spcPts val="0"/>
              </a:spcAft>
              <a:buSzPts val="2400"/>
              <a:buChar char="▻"/>
              <a:defRPr/>
            </a:lvl7pPr>
            <a:lvl8pPr indent="-381000" lvl="7" marL="3657600">
              <a:spcBef>
                <a:spcPts val="1000"/>
              </a:spcBef>
              <a:spcAft>
                <a:spcPts val="0"/>
              </a:spcAft>
              <a:buSzPts val="2400"/>
              <a:buChar char="▻"/>
              <a:defRPr/>
            </a:lvl8pPr>
            <a:lvl9pPr indent="-381000" lvl="8" marL="4114800">
              <a:spcBef>
                <a:spcPts val="1000"/>
              </a:spcBef>
              <a:spcAft>
                <a:spcPts val="1000"/>
              </a:spcAft>
              <a:buSzPts val="2400"/>
              <a:buChar char="▻"/>
              <a:defRPr/>
            </a:lvl9pPr>
          </a:lstStyle>
          <a:p/>
        </p:txBody>
      </p:sp>
      <p:sp>
        <p:nvSpPr>
          <p:cNvPr id="126" name="Google Shape;126;p17"/>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127" name="Shape 127"/>
        <p:cNvGrpSpPr/>
        <p:nvPr/>
      </p:nvGrpSpPr>
      <p:grpSpPr>
        <a:xfrm>
          <a:off x="0" y="0"/>
          <a:ext cx="0" cy="0"/>
          <a:chOff x="0" y="0"/>
          <a:chExt cx="0" cy="0"/>
        </a:xfrm>
      </p:grpSpPr>
      <p:grpSp>
        <p:nvGrpSpPr>
          <p:cNvPr id="128" name="Google Shape;128;p18"/>
          <p:cNvGrpSpPr/>
          <p:nvPr/>
        </p:nvGrpSpPr>
        <p:grpSpPr>
          <a:xfrm>
            <a:off x="-4" y="40"/>
            <a:ext cx="7072430" cy="1327315"/>
            <a:chOff x="-4" y="40"/>
            <a:chExt cx="7072430" cy="1327315"/>
          </a:xfrm>
        </p:grpSpPr>
        <p:sp>
          <p:nvSpPr>
            <p:cNvPr id="129" name="Google Shape;129;p18"/>
            <p:cNvSpPr/>
            <p:nvPr/>
          </p:nvSpPr>
          <p:spPr>
            <a:xfrm>
              <a:off x="6292649" y="126425"/>
              <a:ext cx="779700" cy="259800"/>
            </a:xfrm>
            <a:prstGeom prst="triangle">
              <a:avLst>
                <a:gd fmla="val 32425" name="adj"/>
              </a:avLst>
            </a:prstGeom>
            <a:solidFill>
              <a:srgbClr val="2632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nvGrpSpPr>
            <p:cNvPr id="130" name="Google Shape;130;p18"/>
            <p:cNvGrpSpPr/>
            <p:nvPr/>
          </p:nvGrpSpPr>
          <p:grpSpPr>
            <a:xfrm flipH="1" rot="10800000">
              <a:off x="3" y="40"/>
              <a:ext cx="6756168" cy="1327315"/>
              <a:chOff x="-2168138" y="330075"/>
              <a:chExt cx="8650663" cy="1699506"/>
            </a:xfrm>
          </p:grpSpPr>
          <p:sp>
            <p:nvSpPr>
              <p:cNvPr id="131" name="Google Shape;131;p18"/>
              <p:cNvSpPr/>
              <p:nvPr/>
            </p:nvSpPr>
            <p:spPr>
              <a:xfrm>
                <a:off x="-2168138" y="330081"/>
                <a:ext cx="6958200" cy="1699500"/>
              </a:xfrm>
              <a:prstGeom prst="rect">
                <a:avLst/>
              </a:prstGeom>
              <a:solidFill>
                <a:srgbClr val="38C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sp>
            <p:nvSpPr>
              <p:cNvPr id="132" name="Google Shape;132;p18"/>
              <p:cNvSpPr/>
              <p:nvPr/>
            </p:nvSpPr>
            <p:spPr>
              <a:xfrm>
                <a:off x="4783025" y="330075"/>
                <a:ext cx="1699500" cy="1699500"/>
              </a:xfrm>
              <a:prstGeom prst="rtTriangle">
                <a:avLst/>
              </a:prstGeom>
              <a:solidFill>
                <a:srgbClr val="38C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grpSp>
          <p:nvGrpSpPr>
            <p:cNvPr id="133" name="Google Shape;133;p18"/>
            <p:cNvGrpSpPr/>
            <p:nvPr/>
          </p:nvGrpSpPr>
          <p:grpSpPr>
            <a:xfrm flipH="1" rot="10800000">
              <a:off x="-4" y="381007"/>
              <a:ext cx="7072430" cy="771744"/>
              <a:chOff x="-9092084" y="330075"/>
              <a:chExt cx="15574609" cy="1699501"/>
            </a:xfrm>
          </p:grpSpPr>
          <p:sp>
            <p:nvSpPr>
              <p:cNvPr id="134" name="Google Shape;134;p18"/>
              <p:cNvSpPr/>
              <p:nvPr/>
            </p:nvSpPr>
            <p:spPr>
              <a:xfrm>
                <a:off x="-9092084" y="330076"/>
                <a:ext cx="13882200" cy="1699500"/>
              </a:xfrm>
              <a:prstGeom prst="rect">
                <a:avLst/>
              </a:prstGeom>
              <a:solidFill>
                <a:srgbClr val="127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sp>
            <p:nvSpPr>
              <p:cNvPr id="135" name="Google Shape;135;p18"/>
              <p:cNvSpPr/>
              <p:nvPr/>
            </p:nvSpPr>
            <p:spPr>
              <a:xfrm>
                <a:off x="4783025" y="330075"/>
                <a:ext cx="1699500" cy="1699500"/>
              </a:xfrm>
              <a:prstGeom prst="rtTriangle">
                <a:avLst/>
              </a:prstGeom>
              <a:solidFill>
                <a:srgbClr val="127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grpSp>
      <p:grpSp>
        <p:nvGrpSpPr>
          <p:cNvPr id="136" name="Google Shape;136;p18"/>
          <p:cNvGrpSpPr/>
          <p:nvPr/>
        </p:nvGrpSpPr>
        <p:grpSpPr>
          <a:xfrm>
            <a:off x="6946842" y="4472723"/>
            <a:ext cx="2202830" cy="670795"/>
            <a:chOff x="5575242" y="4472723"/>
            <a:chExt cx="2202830" cy="670795"/>
          </a:xfrm>
        </p:grpSpPr>
        <p:sp>
          <p:nvSpPr>
            <p:cNvPr id="137" name="Google Shape;137;p18"/>
            <p:cNvSpPr/>
            <p:nvPr/>
          </p:nvSpPr>
          <p:spPr>
            <a:xfrm rot="10800000">
              <a:off x="5575242" y="4948334"/>
              <a:ext cx="394200" cy="131400"/>
            </a:xfrm>
            <a:prstGeom prst="triangle">
              <a:avLst>
                <a:gd fmla="val 32425" name="adj"/>
              </a:avLst>
            </a:prstGeom>
            <a:solidFill>
              <a:srgbClr val="D857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18"/>
            <p:cNvGrpSpPr/>
            <p:nvPr/>
          </p:nvGrpSpPr>
          <p:grpSpPr>
            <a:xfrm flipH="1">
              <a:off x="5734850" y="4472723"/>
              <a:ext cx="2040837" cy="670795"/>
              <a:chOff x="1297954" y="330075"/>
              <a:chExt cx="5169293" cy="1699506"/>
            </a:xfrm>
          </p:grpSpPr>
          <p:sp>
            <p:nvSpPr>
              <p:cNvPr id="139" name="Google Shape;139;p18"/>
              <p:cNvSpPr/>
              <p:nvPr/>
            </p:nvSpPr>
            <p:spPr>
              <a:xfrm>
                <a:off x="1297954" y="330081"/>
                <a:ext cx="3476700" cy="1699500"/>
              </a:xfrm>
              <a:prstGeom prst="rect">
                <a:avLst/>
              </a:prstGeom>
              <a:solidFill>
                <a:srgbClr val="C7D3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8"/>
              <p:cNvSpPr/>
              <p:nvPr/>
            </p:nvSpPr>
            <p:spPr>
              <a:xfrm>
                <a:off x="4767747" y="330075"/>
                <a:ext cx="1699500" cy="1699500"/>
              </a:xfrm>
              <a:prstGeom prst="rtTriangle">
                <a:avLst/>
              </a:prstGeom>
              <a:solidFill>
                <a:srgbClr val="C7D3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 name="Google Shape;141;p18"/>
            <p:cNvGrpSpPr/>
            <p:nvPr/>
          </p:nvGrpSpPr>
          <p:grpSpPr>
            <a:xfrm flipH="1">
              <a:off x="5578209" y="4646738"/>
              <a:ext cx="2199863" cy="304563"/>
              <a:chOff x="-5827153" y="330075"/>
              <a:chExt cx="12276019" cy="1699569"/>
            </a:xfrm>
          </p:grpSpPr>
          <p:sp>
            <p:nvSpPr>
              <p:cNvPr id="142" name="Google Shape;142;p18"/>
              <p:cNvSpPr/>
              <p:nvPr/>
            </p:nvSpPr>
            <p:spPr>
              <a:xfrm>
                <a:off x="-5827153" y="330144"/>
                <a:ext cx="10612200" cy="1699500"/>
              </a:xfrm>
              <a:prstGeom prst="rect">
                <a:avLst/>
              </a:prstGeom>
              <a:solidFill>
                <a:srgbClr val="FF67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8"/>
              <p:cNvSpPr/>
              <p:nvPr/>
            </p:nvSpPr>
            <p:spPr>
              <a:xfrm>
                <a:off x="4749366" y="330075"/>
                <a:ext cx="1699500" cy="1699500"/>
              </a:xfrm>
              <a:prstGeom prst="rtTriangle">
                <a:avLst/>
              </a:prstGeom>
              <a:solidFill>
                <a:srgbClr val="FF67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4" name="Google Shape;144;p18"/>
          <p:cNvSpPr txBox="1"/>
          <p:nvPr>
            <p:ph type="title"/>
          </p:nvPr>
        </p:nvSpPr>
        <p:spPr>
          <a:xfrm>
            <a:off x="814275" y="392575"/>
            <a:ext cx="5258400" cy="7662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45" name="Google Shape;145;p18"/>
          <p:cNvSpPr txBox="1"/>
          <p:nvPr>
            <p:ph idx="1" type="body"/>
          </p:nvPr>
        </p:nvSpPr>
        <p:spPr>
          <a:xfrm>
            <a:off x="814275" y="1537988"/>
            <a:ext cx="3378300" cy="27243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sz="2000"/>
            </a:lvl1pPr>
            <a:lvl2pPr indent="-355600" lvl="1" marL="914400">
              <a:spcBef>
                <a:spcPts val="1000"/>
              </a:spcBef>
              <a:spcAft>
                <a:spcPts val="0"/>
              </a:spcAft>
              <a:buSzPts val="2000"/>
              <a:buChar char="▻"/>
              <a:defRPr sz="2000"/>
            </a:lvl2pPr>
            <a:lvl3pPr indent="-355600" lvl="2" marL="1371600">
              <a:spcBef>
                <a:spcPts val="1000"/>
              </a:spcBef>
              <a:spcAft>
                <a:spcPts val="0"/>
              </a:spcAft>
              <a:buSzPts val="2000"/>
              <a:buChar char="▻"/>
              <a:defRPr sz="2000"/>
            </a:lvl3pPr>
            <a:lvl4pPr indent="-355600" lvl="3" marL="1828800">
              <a:spcBef>
                <a:spcPts val="1000"/>
              </a:spcBef>
              <a:spcAft>
                <a:spcPts val="0"/>
              </a:spcAft>
              <a:buSzPts val="2000"/>
              <a:buChar char="▻"/>
              <a:defRPr sz="2000"/>
            </a:lvl4pPr>
            <a:lvl5pPr indent="-355600" lvl="4" marL="2286000">
              <a:spcBef>
                <a:spcPts val="1000"/>
              </a:spcBef>
              <a:spcAft>
                <a:spcPts val="0"/>
              </a:spcAft>
              <a:buSzPts val="2000"/>
              <a:buChar char="▻"/>
              <a:defRPr sz="2000"/>
            </a:lvl5pPr>
            <a:lvl6pPr indent="-355600" lvl="5" marL="2743200">
              <a:spcBef>
                <a:spcPts val="1000"/>
              </a:spcBef>
              <a:spcAft>
                <a:spcPts val="0"/>
              </a:spcAft>
              <a:buSzPts val="2000"/>
              <a:buChar char="▻"/>
              <a:defRPr sz="2000"/>
            </a:lvl6pPr>
            <a:lvl7pPr indent="-355600" lvl="6" marL="3200400">
              <a:spcBef>
                <a:spcPts val="1000"/>
              </a:spcBef>
              <a:spcAft>
                <a:spcPts val="0"/>
              </a:spcAft>
              <a:buSzPts val="2000"/>
              <a:buChar char="▻"/>
              <a:defRPr sz="2000"/>
            </a:lvl7pPr>
            <a:lvl8pPr indent="-355600" lvl="7" marL="3657600">
              <a:spcBef>
                <a:spcPts val="1000"/>
              </a:spcBef>
              <a:spcAft>
                <a:spcPts val="0"/>
              </a:spcAft>
              <a:buSzPts val="2000"/>
              <a:buChar char="▻"/>
              <a:defRPr sz="2000"/>
            </a:lvl8pPr>
            <a:lvl9pPr indent="-355600" lvl="8" marL="4114800">
              <a:spcBef>
                <a:spcPts val="1000"/>
              </a:spcBef>
              <a:spcAft>
                <a:spcPts val="1000"/>
              </a:spcAft>
              <a:buSzPts val="2000"/>
              <a:buChar char="▻"/>
              <a:defRPr sz="2000"/>
            </a:lvl9pPr>
          </a:lstStyle>
          <a:p/>
        </p:txBody>
      </p:sp>
      <p:sp>
        <p:nvSpPr>
          <p:cNvPr id="146" name="Google Shape;146;p18"/>
          <p:cNvSpPr txBox="1"/>
          <p:nvPr>
            <p:ph idx="2" type="body"/>
          </p:nvPr>
        </p:nvSpPr>
        <p:spPr>
          <a:xfrm>
            <a:off x="4336748" y="1537888"/>
            <a:ext cx="3378300" cy="27243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sz="2000"/>
            </a:lvl1pPr>
            <a:lvl2pPr indent="-355600" lvl="1" marL="914400">
              <a:spcBef>
                <a:spcPts val="1000"/>
              </a:spcBef>
              <a:spcAft>
                <a:spcPts val="0"/>
              </a:spcAft>
              <a:buSzPts val="2000"/>
              <a:buChar char="▻"/>
              <a:defRPr sz="2000"/>
            </a:lvl2pPr>
            <a:lvl3pPr indent="-355600" lvl="2" marL="1371600">
              <a:spcBef>
                <a:spcPts val="1000"/>
              </a:spcBef>
              <a:spcAft>
                <a:spcPts val="0"/>
              </a:spcAft>
              <a:buSzPts val="2000"/>
              <a:buChar char="▻"/>
              <a:defRPr sz="2000"/>
            </a:lvl3pPr>
            <a:lvl4pPr indent="-355600" lvl="3" marL="1828800">
              <a:spcBef>
                <a:spcPts val="1000"/>
              </a:spcBef>
              <a:spcAft>
                <a:spcPts val="0"/>
              </a:spcAft>
              <a:buSzPts val="2000"/>
              <a:buChar char="▻"/>
              <a:defRPr sz="2000"/>
            </a:lvl4pPr>
            <a:lvl5pPr indent="-355600" lvl="4" marL="2286000">
              <a:spcBef>
                <a:spcPts val="1000"/>
              </a:spcBef>
              <a:spcAft>
                <a:spcPts val="0"/>
              </a:spcAft>
              <a:buSzPts val="2000"/>
              <a:buChar char="▻"/>
              <a:defRPr sz="2000"/>
            </a:lvl5pPr>
            <a:lvl6pPr indent="-355600" lvl="5" marL="2743200">
              <a:spcBef>
                <a:spcPts val="1000"/>
              </a:spcBef>
              <a:spcAft>
                <a:spcPts val="0"/>
              </a:spcAft>
              <a:buSzPts val="2000"/>
              <a:buChar char="▻"/>
              <a:defRPr sz="2000"/>
            </a:lvl6pPr>
            <a:lvl7pPr indent="-355600" lvl="6" marL="3200400">
              <a:spcBef>
                <a:spcPts val="1000"/>
              </a:spcBef>
              <a:spcAft>
                <a:spcPts val="0"/>
              </a:spcAft>
              <a:buSzPts val="2000"/>
              <a:buChar char="▻"/>
              <a:defRPr sz="2000"/>
            </a:lvl7pPr>
            <a:lvl8pPr indent="-355600" lvl="7" marL="3657600">
              <a:spcBef>
                <a:spcPts val="1000"/>
              </a:spcBef>
              <a:spcAft>
                <a:spcPts val="0"/>
              </a:spcAft>
              <a:buSzPts val="2000"/>
              <a:buChar char="▻"/>
              <a:defRPr sz="2000"/>
            </a:lvl8pPr>
            <a:lvl9pPr indent="-355600" lvl="8" marL="4114800">
              <a:spcBef>
                <a:spcPts val="1000"/>
              </a:spcBef>
              <a:spcAft>
                <a:spcPts val="1000"/>
              </a:spcAft>
              <a:buSzPts val="2000"/>
              <a:buChar char="▻"/>
              <a:defRPr sz="2000"/>
            </a:lvl9pPr>
          </a:lstStyle>
          <a:p/>
        </p:txBody>
      </p:sp>
      <p:sp>
        <p:nvSpPr>
          <p:cNvPr id="147" name="Google Shape;147;p18"/>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148" name="Shape 148"/>
        <p:cNvGrpSpPr/>
        <p:nvPr/>
      </p:nvGrpSpPr>
      <p:grpSpPr>
        <a:xfrm>
          <a:off x="0" y="0"/>
          <a:ext cx="0" cy="0"/>
          <a:chOff x="0" y="0"/>
          <a:chExt cx="0" cy="0"/>
        </a:xfrm>
      </p:grpSpPr>
      <p:grpSp>
        <p:nvGrpSpPr>
          <p:cNvPr id="149" name="Google Shape;149;p19"/>
          <p:cNvGrpSpPr/>
          <p:nvPr/>
        </p:nvGrpSpPr>
        <p:grpSpPr>
          <a:xfrm>
            <a:off x="-4" y="40"/>
            <a:ext cx="7072430" cy="1327315"/>
            <a:chOff x="-4" y="40"/>
            <a:chExt cx="7072430" cy="1327315"/>
          </a:xfrm>
        </p:grpSpPr>
        <p:sp>
          <p:nvSpPr>
            <p:cNvPr id="150" name="Google Shape;150;p19"/>
            <p:cNvSpPr/>
            <p:nvPr/>
          </p:nvSpPr>
          <p:spPr>
            <a:xfrm>
              <a:off x="6292649" y="126425"/>
              <a:ext cx="779700" cy="259800"/>
            </a:xfrm>
            <a:prstGeom prst="triangle">
              <a:avLst>
                <a:gd fmla="val 32425" name="adj"/>
              </a:avLst>
            </a:prstGeom>
            <a:solidFill>
              <a:srgbClr val="2632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nvGrpSpPr>
            <p:cNvPr id="151" name="Google Shape;151;p19"/>
            <p:cNvGrpSpPr/>
            <p:nvPr/>
          </p:nvGrpSpPr>
          <p:grpSpPr>
            <a:xfrm flipH="1" rot="10800000">
              <a:off x="3" y="40"/>
              <a:ext cx="6756168" cy="1327315"/>
              <a:chOff x="-2168138" y="330075"/>
              <a:chExt cx="8650663" cy="1699506"/>
            </a:xfrm>
          </p:grpSpPr>
          <p:sp>
            <p:nvSpPr>
              <p:cNvPr id="152" name="Google Shape;152;p19"/>
              <p:cNvSpPr/>
              <p:nvPr/>
            </p:nvSpPr>
            <p:spPr>
              <a:xfrm>
                <a:off x="-2168138" y="330081"/>
                <a:ext cx="6958200" cy="1699500"/>
              </a:xfrm>
              <a:prstGeom prst="rect">
                <a:avLst/>
              </a:prstGeom>
              <a:solidFill>
                <a:srgbClr val="38C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sp>
            <p:nvSpPr>
              <p:cNvPr id="153" name="Google Shape;153;p19"/>
              <p:cNvSpPr/>
              <p:nvPr/>
            </p:nvSpPr>
            <p:spPr>
              <a:xfrm>
                <a:off x="4783025" y="330075"/>
                <a:ext cx="1699500" cy="1699500"/>
              </a:xfrm>
              <a:prstGeom prst="rtTriangle">
                <a:avLst/>
              </a:prstGeom>
              <a:solidFill>
                <a:srgbClr val="38C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grpSp>
          <p:nvGrpSpPr>
            <p:cNvPr id="154" name="Google Shape;154;p19"/>
            <p:cNvGrpSpPr/>
            <p:nvPr/>
          </p:nvGrpSpPr>
          <p:grpSpPr>
            <a:xfrm flipH="1" rot="10800000">
              <a:off x="-4" y="381007"/>
              <a:ext cx="7072430" cy="771744"/>
              <a:chOff x="-9092084" y="330075"/>
              <a:chExt cx="15574609" cy="1699501"/>
            </a:xfrm>
          </p:grpSpPr>
          <p:sp>
            <p:nvSpPr>
              <p:cNvPr id="155" name="Google Shape;155;p19"/>
              <p:cNvSpPr/>
              <p:nvPr/>
            </p:nvSpPr>
            <p:spPr>
              <a:xfrm>
                <a:off x="-9092084" y="330076"/>
                <a:ext cx="13882200" cy="1699500"/>
              </a:xfrm>
              <a:prstGeom prst="rect">
                <a:avLst/>
              </a:prstGeom>
              <a:solidFill>
                <a:srgbClr val="127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sp>
            <p:nvSpPr>
              <p:cNvPr id="156" name="Google Shape;156;p19"/>
              <p:cNvSpPr/>
              <p:nvPr/>
            </p:nvSpPr>
            <p:spPr>
              <a:xfrm>
                <a:off x="4783025" y="330075"/>
                <a:ext cx="1699500" cy="1699500"/>
              </a:xfrm>
              <a:prstGeom prst="rtTriangle">
                <a:avLst/>
              </a:prstGeom>
              <a:solidFill>
                <a:srgbClr val="127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grpSp>
      <p:grpSp>
        <p:nvGrpSpPr>
          <p:cNvPr id="157" name="Google Shape;157;p19"/>
          <p:cNvGrpSpPr/>
          <p:nvPr/>
        </p:nvGrpSpPr>
        <p:grpSpPr>
          <a:xfrm>
            <a:off x="6946842" y="4472723"/>
            <a:ext cx="2202830" cy="670795"/>
            <a:chOff x="5575242" y="4472723"/>
            <a:chExt cx="2202830" cy="670795"/>
          </a:xfrm>
        </p:grpSpPr>
        <p:sp>
          <p:nvSpPr>
            <p:cNvPr id="158" name="Google Shape;158;p19"/>
            <p:cNvSpPr/>
            <p:nvPr/>
          </p:nvSpPr>
          <p:spPr>
            <a:xfrm rot="10800000">
              <a:off x="5575242" y="4948334"/>
              <a:ext cx="394200" cy="131400"/>
            </a:xfrm>
            <a:prstGeom prst="triangle">
              <a:avLst>
                <a:gd fmla="val 32425" name="adj"/>
              </a:avLst>
            </a:prstGeom>
            <a:solidFill>
              <a:srgbClr val="D857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9" name="Google Shape;159;p19"/>
            <p:cNvGrpSpPr/>
            <p:nvPr/>
          </p:nvGrpSpPr>
          <p:grpSpPr>
            <a:xfrm flipH="1">
              <a:off x="5734850" y="4472723"/>
              <a:ext cx="2040837" cy="670795"/>
              <a:chOff x="1297954" y="330075"/>
              <a:chExt cx="5169293" cy="1699506"/>
            </a:xfrm>
          </p:grpSpPr>
          <p:sp>
            <p:nvSpPr>
              <p:cNvPr id="160" name="Google Shape;160;p19"/>
              <p:cNvSpPr/>
              <p:nvPr/>
            </p:nvSpPr>
            <p:spPr>
              <a:xfrm>
                <a:off x="1297954" y="330081"/>
                <a:ext cx="3476700" cy="1699500"/>
              </a:xfrm>
              <a:prstGeom prst="rect">
                <a:avLst/>
              </a:prstGeom>
              <a:solidFill>
                <a:srgbClr val="C7D3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a:off x="4767747" y="330075"/>
                <a:ext cx="1699500" cy="1699500"/>
              </a:xfrm>
              <a:prstGeom prst="rtTriangle">
                <a:avLst/>
              </a:prstGeom>
              <a:solidFill>
                <a:srgbClr val="C7D3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 name="Google Shape;162;p19"/>
            <p:cNvGrpSpPr/>
            <p:nvPr/>
          </p:nvGrpSpPr>
          <p:grpSpPr>
            <a:xfrm flipH="1">
              <a:off x="5578209" y="4646738"/>
              <a:ext cx="2199863" cy="304563"/>
              <a:chOff x="-5827153" y="330075"/>
              <a:chExt cx="12276019" cy="1699569"/>
            </a:xfrm>
          </p:grpSpPr>
          <p:sp>
            <p:nvSpPr>
              <p:cNvPr id="163" name="Google Shape;163;p19"/>
              <p:cNvSpPr/>
              <p:nvPr/>
            </p:nvSpPr>
            <p:spPr>
              <a:xfrm>
                <a:off x="-5827153" y="330144"/>
                <a:ext cx="10612200" cy="1699500"/>
              </a:xfrm>
              <a:prstGeom prst="rect">
                <a:avLst/>
              </a:prstGeom>
              <a:solidFill>
                <a:srgbClr val="FF67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9"/>
              <p:cNvSpPr/>
              <p:nvPr/>
            </p:nvSpPr>
            <p:spPr>
              <a:xfrm>
                <a:off x="4749366" y="330075"/>
                <a:ext cx="1699500" cy="1699500"/>
              </a:xfrm>
              <a:prstGeom prst="rtTriangle">
                <a:avLst/>
              </a:prstGeom>
              <a:solidFill>
                <a:srgbClr val="FF67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5" name="Google Shape;165;p19"/>
          <p:cNvSpPr txBox="1"/>
          <p:nvPr>
            <p:ph type="title"/>
          </p:nvPr>
        </p:nvSpPr>
        <p:spPr>
          <a:xfrm>
            <a:off x="814275" y="392575"/>
            <a:ext cx="5258400" cy="7662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66" name="Google Shape;166;p19"/>
          <p:cNvSpPr txBox="1"/>
          <p:nvPr>
            <p:ph idx="1" type="body"/>
          </p:nvPr>
        </p:nvSpPr>
        <p:spPr>
          <a:xfrm>
            <a:off x="870450" y="1545076"/>
            <a:ext cx="2247900" cy="27099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sz="1800"/>
            </a:lvl1pPr>
            <a:lvl2pPr indent="-342900" lvl="1" marL="914400">
              <a:spcBef>
                <a:spcPts val="1000"/>
              </a:spcBef>
              <a:spcAft>
                <a:spcPts val="0"/>
              </a:spcAft>
              <a:buSzPts val="1800"/>
              <a:buChar char="▻"/>
              <a:defRPr sz="1800"/>
            </a:lvl2pPr>
            <a:lvl3pPr indent="-342900" lvl="2" marL="1371600">
              <a:spcBef>
                <a:spcPts val="1000"/>
              </a:spcBef>
              <a:spcAft>
                <a:spcPts val="0"/>
              </a:spcAft>
              <a:buSzPts val="1800"/>
              <a:buChar char="▻"/>
              <a:defRPr sz="1800"/>
            </a:lvl3pPr>
            <a:lvl4pPr indent="-342900" lvl="3" marL="1828800">
              <a:spcBef>
                <a:spcPts val="1000"/>
              </a:spcBef>
              <a:spcAft>
                <a:spcPts val="0"/>
              </a:spcAft>
              <a:buSzPts val="1800"/>
              <a:buChar char="▻"/>
              <a:defRPr sz="1800"/>
            </a:lvl4pPr>
            <a:lvl5pPr indent="-342900" lvl="4" marL="2286000">
              <a:spcBef>
                <a:spcPts val="1000"/>
              </a:spcBef>
              <a:spcAft>
                <a:spcPts val="0"/>
              </a:spcAft>
              <a:buSzPts val="1800"/>
              <a:buChar char="▻"/>
              <a:defRPr sz="1800"/>
            </a:lvl5pPr>
            <a:lvl6pPr indent="-342900" lvl="5" marL="2743200">
              <a:spcBef>
                <a:spcPts val="1000"/>
              </a:spcBef>
              <a:spcAft>
                <a:spcPts val="0"/>
              </a:spcAft>
              <a:buSzPts val="1800"/>
              <a:buChar char="▻"/>
              <a:defRPr sz="1800"/>
            </a:lvl6pPr>
            <a:lvl7pPr indent="-342900" lvl="6" marL="3200400">
              <a:spcBef>
                <a:spcPts val="1000"/>
              </a:spcBef>
              <a:spcAft>
                <a:spcPts val="0"/>
              </a:spcAft>
              <a:buSzPts val="1800"/>
              <a:buChar char="▻"/>
              <a:defRPr sz="1800"/>
            </a:lvl7pPr>
            <a:lvl8pPr indent="-342900" lvl="7" marL="3657600">
              <a:spcBef>
                <a:spcPts val="1000"/>
              </a:spcBef>
              <a:spcAft>
                <a:spcPts val="0"/>
              </a:spcAft>
              <a:buSzPts val="1800"/>
              <a:buChar char="▻"/>
              <a:defRPr sz="1800"/>
            </a:lvl8pPr>
            <a:lvl9pPr indent="-342900" lvl="8" marL="4114800">
              <a:spcBef>
                <a:spcPts val="1000"/>
              </a:spcBef>
              <a:spcAft>
                <a:spcPts val="1000"/>
              </a:spcAft>
              <a:buSzPts val="1800"/>
              <a:buChar char="▻"/>
              <a:defRPr sz="1800"/>
            </a:lvl9pPr>
          </a:lstStyle>
          <a:p/>
        </p:txBody>
      </p:sp>
      <p:sp>
        <p:nvSpPr>
          <p:cNvPr id="167" name="Google Shape;167;p19"/>
          <p:cNvSpPr txBox="1"/>
          <p:nvPr>
            <p:ph idx="2" type="body"/>
          </p:nvPr>
        </p:nvSpPr>
        <p:spPr>
          <a:xfrm>
            <a:off x="3233637" y="1545076"/>
            <a:ext cx="2247900" cy="27099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sz="1800"/>
            </a:lvl1pPr>
            <a:lvl2pPr indent="-342900" lvl="1" marL="914400">
              <a:spcBef>
                <a:spcPts val="1000"/>
              </a:spcBef>
              <a:spcAft>
                <a:spcPts val="0"/>
              </a:spcAft>
              <a:buSzPts val="1800"/>
              <a:buChar char="▻"/>
              <a:defRPr sz="1800"/>
            </a:lvl2pPr>
            <a:lvl3pPr indent="-342900" lvl="2" marL="1371600">
              <a:spcBef>
                <a:spcPts val="1000"/>
              </a:spcBef>
              <a:spcAft>
                <a:spcPts val="0"/>
              </a:spcAft>
              <a:buSzPts val="1800"/>
              <a:buChar char="▻"/>
              <a:defRPr sz="1800"/>
            </a:lvl3pPr>
            <a:lvl4pPr indent="-342900" lvl="3" marL="1828800">
              <a:spcBef>
                <a:spcPts val="1000"/>
              </a:spcBef>
              <a:spcAft>
                <a:spcPts val="0"/>
              </a:spcAft>
              <a:buSzPts val="1800"/>
              <a:buChar char="▻"/>
              <a:defRPr sz="1800"/>
            </a:lvl4pPr>
            <a:lvl5pPr indent="-342900" lvl="4" marL="2286000">
              <a:spcBef>
                <a:spcPts val="1000"/>
              </a:spcBef>
              <a:spcAft>
                <a:spcPts val="0"/>
              </a:spcAft>
              <a:buSzPts val="1800"/>
              <a:buChar char="▻"/>
              <a:defRPr sz="1800"/>
            </a:lvl5pPr>
            <a:lvl6pPr indent="-342900" lvl="5" marL="2743200">
              <a:spcBef>
                <a:spcPts val="1000"/>
              </a:spcBef>
              <a:spcAft>
                <a:spcPts val="0"/>
              </a:spcAft>
              <a:buSzPts val="1800"/>
              <a:buChar char="▻"/>
              <a:defRPr sz="1800"/>
            </a:lvl6pPr>
            <a:lvl7pPr indent="-342900" lvl="6" marL="3200400">
              <a:spcBef>
                <a:spcPts val="1000"/>
              </a:spcBef>
              <a:spcAft>
                <a:spcPts val="0"/>
              </a:spcAft>
              <a:buSzPts val="1800"/>
              <a:buChar char="▻"/>
              <a:defRPr sz="1800"/>
            </a:lvl7pPr>
            <a:lvl8pPr indent="-342900" lvl="7" marL="3657600">
              <a:spcBef>
                <a:spcPts val="1000"/>
              </a:spcBef>
              <a:spcAft>
                <a:spcPts val="0"/>
              </a:spcAft>
              <a:buSzPts val="1800"/>
              <a:buChar char="▻"/>
              <a:defRPr sz="1800"/>
            </a:lvl8pPr>
            <a:lvl9pPr indent="-342900" lvl="8" marL="4114800">
              <a:spcBef>
                <a:spcPts val="1000"/>
              </a:spcBef>
              <a:spcAft>
                <a:spcPts val="1000"/>
              </a:spcAft>
              <a:buSzPts val="1800"/>
              <a:buChar char="▻"/>
              <a:defRPr sz="1800"/>
            </a:lvl9pPr>
          </a:lstStyle>
          <a:p/>
        </p:txBody>
      </p:sp>
      <p:sp>
        <p:nvSpPr>
          <p:cNvPr id="168" name="Google Shape;168;p19"/>
          <p:cNvSpPr txBox="1"/>
          <p:nvPr>
            <p:ph idx="3" type="body"/>
          </p:nvPr>
        </p:nvSpPr>
        <p:spPr>
          <a:xfrm>
            <a:off x="5548325" y="1545076"/>
            <a:ext cx="2247900" cy="27099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sz="1800"/>
            </a:lvl1pPr>
            <a:lvl2pPr indent="-342900" lvl="1" marL="914400">
              <a:spcBef>
                <a:spcPts val="1000"/>
              </a:spcBef>
              <a:spcAft>
                <a:spcPts val="0"/>
              </a:spcAft>
              <a:buSzPts val="1800"/>
              <a:buChar char="▻"/>
              <a:defRPr sz="1800"/>
            </a:lvl2pPr>
            <a:lvl3pPr indent="-342900" lvl="2" marL="1371600">
              <a:spcBef>
                <a:spcPts val="1000"/>
              </a:spcBef>
              <a:spcAft>
                <a:spcPts val="0"/>
              </a:spcAft>
              <a:buSzPts val="1800"/>
              <a:buChar char="▻"/>
              <a:defRPr sz="1800"/>
            </a:lvl3pPr>
            <a:lvl4pPr indent="-342900" lvl="3" marL="1828800">
              <a:spcBef>
                <a:spcPts val="1000"/>
              </a:spcBef>
              <a:spcAft>
                <a:spcPts val="0"/>
              </a:spcAft>
              <a:buSzPts val="1800"/>
              <a:buChar char="▻"/>
              <a:defRPr sz="1800"/>
            </a:lvl4pPr>
            <a:lvl5pPr indent="-342900" lvl="4" marL="2286000">
              <a:spcBef>
                <a:spcPts val="1000"/>
              </a:spcBef>
              <a:spcAft>
                <a:spcPts val="0"/>
              </a:spcAft>
              <a:buSzPts val="1800"/>
              <a:buChar char="▻"/>
              <a:defRPr sz="1800"/>
            </a:lvl5pPr>
            <a:lvl6pPr indent="-342900" lvl="5" marL="2743200">
              <a:spcBef>
                <a:spcPts val="1000"/>
              </a:spcBef>
              <a:spcAft>
                <a:spcPts val="0"/>
              </a:spcAft>
              <a:buSzPts val="1800"/>
              <a:buChar char="▻"/>
              <a:defRPr sz="1800"/>
            </a:lvl6pPr>
            <a:lvl7pPr indent="-342900" lvl="6" marL="3200400">
              <a:spcBef>
                <a:spcPts val="1000"/>
              </a:spcBef>
              <a:spcAft>
                <a:spcPts val="0"/>
              </a:spcAft>
              <a:buSzPts val="1800"/>
              <a:buChar char="▻"/>
              <a:defRPr sz="1800"/>
            </a:lvl7pPr>
            <a:lvl8pPr indent="-342900" lvl="7" marL="3657600">
              <a:spcBef>
                <a:spcPts val="1000"/>
              </a:spcBef>
              <a:spcAft>
                <a:spcPts val="0"/>
              </a:spcAft>
              <a:buSzPts val="1800"/>
              <a:buChar char="▻"/>
              <a:defRPr sz="1800"/>
            </a:lvl8pPr>
            <a:lvl9pPr indent="-342900" lvl="8" marL="4114800">
              <a:spcBef>
                <a:spcPts val="1000"/>
              </a:spcBef>
              <a:spcAft>
                <a:spcPts val="1000"/>
              </a:spcAft>
              <a:buSzPts val="1800"/>
              <a:buChar char="▻"/>
              <a:defRPr sz="1800"/>
            </a:lvl9pPr>
          </a:lstStyle>
          <a:p/>
        </p:txBody>
      </p:sp>
      <p:sp>
        <p:nvSpPr>
          <p:cNvPr id="169" name="Google Shape;169;p19"/>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0" name="Shape 170"/>
        <p:cNvGrpSpPr/>
        <p:nvPr/>
      </p:nvGrpSpPr>
      <p:grpSpPr>
        <a:xfrm>
          <a:off x="0" y="0"/>
          <a:ext cx="0" cy="0"/>
          <a:chOff x="0" y="0"/>
          <a:chExt cx="0" cy="0"/>
        </a:xfrm>
      </p:grpSpPr>
      <p:grpSp>
        <p:nvGrpSpPr>
          <p:cNvPr id="171" name="Google Shape;171;p20"/>
          <p:cNvGrpSpPr/>
          <p:nvPr/>
        </p:nvGrpSpPr>
        <p:grpSpPr>
          <a:xfrm>
            <a:off x="-4" y="40"/>
            <a:ext cx="7072430" cy="1327315"/>
            <a:chOff x="-4" y="40"/>
            <a:chExt cx="7072430" cy="1327315"/>
          </a:xfrm>
        </p:grpSpPr>
        <p:sp>
          <p:nvSpPr>
            <p:cNvPr id="172" name="Google Shape;172;p20"/>
            <p:cNvSpPr/>
            <p:nvPr/>
          </p:nvSpPr>
          <p:spPr>
            <a:xfrm>
              <a:off x="6292649" y="126425"/>
              <a:ext cx="779700" cy="259800"/>
            </a:xfrm>
            <a:prstGeom prst="triangle">
              <a:avLst>
                <a:gd fmla="val 32425" name="adj"/>
              </a:avLst>
            </a:prstGeom>
            <a:solidFill>
              <a:srgbClr val="2632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nvGrpSpPr>
            <p:cNvPr id="173" name="Google Shape;173;p20"/>
            <p:cNvGrpSpPr/>
            <p:nvPr/>
          </p:nvGrpSpPr>
          <p:grpSpPr>
            <a:xfrm flipH="1" rot="10800000">
              <a:off x="3" y="40"/>
              <a:ext cx="6756168" cy="1327315"/>
              <a:chOff x="-2168138" y="330075"/>
              <a:chExt cx="8650663" cy="1699506"/>
            </a:xfrm>
          </p:grpSpPr>
          <p:sp>
            <p:nvSpPr>
              <p:cNvPr id="174" name="Google Shape;174;p20"/>
              <p:cNvSpPr/>
              <p:nvPr/>
            </p:nvSpPr>
            <p:spPr>
              <a:xfrm>
                <a:off x="-2168138" y="330081"/>
                <a:ext cx="6958200" cy="1699500"/>
              </a:xfrm>
              <a:prstGeom prst="rect">
                <a:avLst/>
              </a:prstGeom>
              <a:solidFill>
                <a:srgbClr val="38C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sp>
            <p:nvSpPr>
              <p:cNvPr id="175" name="Google Shape;175;p20"/>
              <p:cNvSpPr/>
              <p:nvPr/>
            </p:nvSpPr>
            <p:spPr>
              <a:xfrm>
                <a:off x="4783025" y="330075"/>
                <a:ext cx="1699500" cy="1699500"/>
              </a:xfrm>
              <a:prstGeom prst="rtTriangle">
                <a:avLst/>
              </a:prstGeom>
              <a:solidFill>
                <a:srgbClr val="38C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grpSp>
          <p:nvGrpSpPr>
            <p:cNvPr id="176" name="Google Shape;176;p20"/>
            <p:cNvGrpSpPr/>
            <p:nvPr/>
          </p:nvGrpSpPr>
          <p:grpSpPr>
            <a:xfrm flipH="1" rot="10800000">
              <a:off x="-4" y="381007"/>
              <a:ext cx="7072430" cy="771744"/>
              <a:chOff x="-9092084" y="330075"/>
              <a:chExt cx="15574609" cy="1699501"/>
            </a:xfrm>
          </p:grpSpPr>
          <p:sp>
            <p:nvSpPr>
              <p:cNvPr id="177" name="Google Shape;177;p20"/>
              <p:cNvSpPr/>
              <p:nvPr/>
            </p:nvSpPr>
            <p:spPr>
              <a:xfrm>
                <a:off x="-9092084" y="330076"/>
                <a:ext cx="13882200" cy="1699500"/>
              </a:xfrm>
              <a:prstGeom prst="rect">
                <a:avLst/>
              </a:prstGeom>
              <a:solidFill>
                <a:srgbClr val="127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sp>
            <p:nvSpPr>
              <p:cNvPr id="178" name="Google Shape;178;p20"/>
              <p:cNvSpPr/>
              <p:nvPr/>
            </p:nvSpPr>
            <p:spPr>
              <a:xfrm>
                <a:off x="4783025" y="330075"/>
                <a:ext cx="1699500" cy="1699500"/>
              </a:xfrm>
              <a:prstGeom prst="rtTriangle">
                <a:avLst/>
              </a:prstGeom>
              <a:solidFill>
                <a:srgbClr val="127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rvo"/>
                  <a:ea typeface="Arvo"/>
                  <a:cs typeface="Arvo"/>
                  <a:sym typeface="Arvo"/>
                </a:endParaRPr>
              </a:p>
            </p:txBody>
          </p:sp>
        </p:grpSp>
      </p:grpSp>
      <p:grpSp>
        <p:nvGrpSpPr>
          <p:cNvPr id="179" name="Google Shape;179;p20"/>
          <p:cNvGrpSpPr/>
          <p:nvPr/>
        </p:nvGrpSpPr>
        <p:grpSpPr>
          <a:xfrm>
            <a:off x="6946842" y="4472723"/>
            <a:ext cx="2202830" cy="670795"/>
            <a:chOff x="5575242" y="4472723"/>
            <a:chExt cx="2202830" cy="670795"/>
          </a:xfrm>
        </p:grpSpPr>
        <p:sp>
          <p:nvSpPr>
            <p:cNvPr id="180" name="Google Shape;180;p20"/>
            <p:cNvSpPr/>
            <p:nvPr/>
          </p:nvSpPr>
          <p:spPr>
            <a:xfrm rot="10800000">
              <a:off x="5575242" y="4948334"/>
              <a:ext cx="394200" cy="131400"/>
            </a:xfrm>
            <a:prstGeom prst="triangle">
              <a:avLst>
                <a:gd fmla="val 32425" name="adj"/>
              </a:avLst>
            </a:prstGeom>
            <a:solidFill>
              <a:srgbClr val="D857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1" name="Google Shape;181;p20"/>
            <p:cNvGrpSpPr/>
            <p:nvPr/>
          </p:nvGrpSpPr>
          <p:grpSpPr>
            <a:xfrm flipH="1">
              <a:off x="5734850" y="4472723"/>
              <a:ext cx="2040837" cy="670795"/>
              <a:chOff x="1297954" y="330075"/>
              <a:chExt cx="5169293" cy="1699506"/>
            </a:xfrm>
          </p:grpSpPr>
          <p:sp>
            <p:nvSpPr>
              <p:cNvPr id="182" name="Google Shape;182;p20"/>
              <p:cNvSpPr/>
              <p:nvPr/>
            </p:nvSpPr>
            <p:spPr>
              <a:xfrm>
                <a:off x="1297954" y="330081"/>
                <a:ext cx="3476700" cy="1699500"/>
              </a:xfrm>
              <a:prstGeom prst="rect">
                <a:avLst/>
              </a:prstGeom>
              <a:solidFill>
                <a:srgbClr val="C7D3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0"/>
              <p:cNvSpPr/>
              <p:nvPr/>
            </p:nvSpPr>
            <p:spPr>
              <a:xfrm>
                <a:off x="4767747" y="330075"/>
                <a:ext cx="1699500" cy="1699500"/>
              </a:xfrm>
              <a:prstGeom prst="rtTriangle">
                <a:avLst/>
              </a:prstGeom>
              <a:solidFill>
                <a:srgbClr val="C7D3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20"/>
            <p:cNvGrpSpPr/>
            <p:nvPr/>
          </p:nvGrpSpPr>
          <p:grpSpPr>
            <a:xfrm flipH="1">
              <a:off x="5578209" y="4646738"/>
              <a:ext cx="2199863" cy="304563"/>
              <a:chOff x="-5827153" y="330075"/>
              <a:chExt cx="12276019" cy="1699569"/>
            </a:xfrm>
          </p:grpSpPr>
          <p:sp>
            <p:nvSpPr>
              <p:cNvPr id="185" name="Google Shape;185;p20"/>
              <p:cNvSpPr/>
              <p:nvPr/>
            </p:nvSpPr>
            <p:spPr>
              <a:xfrm>
                <a:off x="-5827153" y="330144"/>
                <a:ext cx="10612200" cy="1699500"/>
              </a:xfrm>
              <a:prstGeom prst="rect">
                <a:avLst/>
              </a:prstGeom>
              <a:solidFill>
                <a:srgbClr val="FF67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0"/>
              <p:cNvSpPr/>
              <p:nvPr/>
            </p:nvSpPr>
            <p:spPr>
              <a:xfrm>
                <a:off x="4749366" y="330075"/>
                <a:ext cx="1699500" cy="1699500"/>
              </a:xfrm>
              <a:prstGeom prst="rtTriangle">
                <a:avLst/>
              </a:prstGeom>
              <a:solidFill>
                <a:srgbClr val="FF67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87" name="Google Shape;187;p20"/>
          <p:cNvSpPr txBox="1"/>
          <p:nvPr>
            <p:ph type="title"/>
          </p:nvPr>
        </p:nvSpPr>
        <p:spPr>
          <a:xfrm>
            <a:off x="814275" y="392575"/>
            <a:ext cx="5258400" cy="7662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88" name="Google Shape;188;p20"/>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9" name="Shape 189"/>
        <p:cNvGrpSpPr/>
        <p:nvPr/>
      </p:nvGrpSpPr>
      <p:grpSpPr>
        <a:xfrm>
          <a:off x="0" y="0"/>
          <a:ext cx="0" cy="0"/>
          <a:chOff x="0" y="0"/>
          <a:chExt cx="0" cy="0"/>
        </a:xfrm>
      </p:grpSpPr>
      <p:grpSp>
        <p:nvGrpSpPr>
          <p:cNvPr id="190" name="Google Shape;190;p21"/>
          <p:cNvGrpSpPr/>
          <p:nvPr/>
        </p:nvGrpSpPr>
        <p:grpSpPr>
          <a:xfrm>
            <a:off x="2466138" y="4472723"/>
            <a:ext cx="6686825" cy="670795"/>
            <a:chOff x="5589288" y="4472723"/>
            <a:chExt cx="6686825" cy="670795"/>
          </a:xfrm>
        </p:grpSpPr>
        <p:sp>
          <p:nvSpPr>
            <p:cNvPr id="191" name="Google Shape;191;p21"/>
            <p:cNvSpPr/>
            <p:nvPr/>
          </p:nvSpPr>
          <p:spPr>
            <a:xfrm rot="10800000">
              <a:off x="5589288" y="4948334"/>
              <a:ext cx="394200" cy="131400"/>
            </a:xfrm>
            <a:prstGeom prst="triangle">
              <a:avLst>
                <a:gd fmla="val 32425" name="adj"/>
              </a:avLst>
            </a:prstGeom>
            <a:solidFill>
              <a:srgbClr val="D857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2" name="Google Shape;192;p21"/>
            <p:cNvGrpSpPr/>
            <p:nvPr/>
          </p:nvGrpSpPr>
          <p:grpSpPr>
            <a:xfrm flipH="1">
              <a:off x="5748896" y="4472723"/>
              <a:ext cx="6527217" cy="670795"/>
              <a:chOff x="-10101302" y="330075"/>
              <a:chExt cx="16532971" cy="1699506"/>
            </a:xfrm>
          </p:grpSpPr>
          <p:sp>
            <p:nvSpPr>
              <p:cNvPr id="193" name="Google Shape;193;p21"/>
              <p:cNvSpPr/>
              <p:nvPr/>
            </p:nvSpPr>
            <p:spPr>
              <a:xfrm>
                <a:off x="-10101302" y="330081"/>
                <a:ext cx="14846400" cy="1699500"/>
              </a:xfrm>
              <a:prstGeom prst="rect">
                <a:avLst/>
              </a:prstGeom>
              <a:solidFill>
                <a:srgbClr val="C7D3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1"/>
              <p:cNvSpPr/>
              <p:nvPr/>
            </p:nvSpPr>
            <p:spPr>
              <a:xfrm>
                <a:off x="4732169" y="330075"/>
                <a:ext cx="1699500" cy="1699500"/>
              </a:xfrm>
              <a:prstGeom prst="rtTriangle">
                <a:avLst/>
              </a:prstGeom>
              <a:solidFill>
                <a:srgbClr val="C7D3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5" name="Google Shape;195;p21"/>
            <p:cNvGrpSpPr/>
            <p:nvPr/>
          </p:nvGrpSpPr>
          <p:grpSpPr>
            <a:xfrm flipH="1">
              <a:off x="5592255" y="4646738"/>
              <a:ext cx="6682918" cy="304563"/>
              <a:chOff x="-30922586" y="330075"/>
              <a:chExt cx="37293070" cy="1699569"/>
            </a:xfrm>
          </p:grpSpPr>
          <p:sp>
            <p:nvSpPr>
              <p:cNvPr id="196" name="Google Shape;196;p21"/>
              <p:cNvSpPr/>
              <p:nvPr/>
            </p:nvSpPr>
            <p:spPr>
              <a:xfrm>
                <a:off x="-30922586" y="330144"/>
                <a:ext cx="35588100" cy="1699500"/>
              </a:xfrm>
              <a:prstGeom prst="rect">
                <a:avLst/>
              </a:prstGeom>
              <a:solidFill>
                <a:srgbClr val="FF67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1"/>
              <p:cNvSpPr/>
              <p:nvPr/>
            </p:nvSpPr>
            <p:spPr>
              <a:xfrm>
                <a:off x="4670984" y="330075"/>
                <a:ext cx="1699500" cy="1699500"/>
              </a:xfrm>
              <a:prstGeom prst="rtTriangle">
                <a:avLst/>
              </a:prstGeom>
              <a:solidFill>
                <a:srgbClr val="FF67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98" name="Google Shape;198;p21"/>
          <p:cNvSpPr txBox="1"/>
          <p:nvPr>
            <p:ph idx="1" type="body"/>
          </p:nvPr>
        </p:nvSpPr>
        <p:spPr>
          <a:xfrm>
            <a:off x="2839650" y="4636500"/>
            <a:ext cx="5793600" cy="3156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300"/>
              <a:buNone/>
              <a:defRPr sz="1300"/>
            </a:lvl1pPr>
          </a:lstStyle>
          <a:p/>
        </p:txBody>
      </p:sp>
      <p:sp>
        <p:nvSpPr>
          <p:cNvPr id="199" name="Google Shape;199;p21"/>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grpSp>
        <p:nvGrpSpPr>
          <p:cNvPr id="200" name="Google Shape;200;p21"/>
          <p:cNvGrpSpPr/>
          <p:nvPr/>
        </p:nvGrpSpPr>
        <p:grpSpPr>
          <a:xfrm rot="10800000">
            <a:off x="-8" y="-2"/>
            <a:ext cx="2202830" cy="670795"/>
            <a:chOff x="5575242" y="4472723"/>
            <a:chExt cx="2202830" cy="670795"/>
          </a:xfrm>
        </p:grpSpPr>
        <p:sp>
          <p:nvSpPr>
            <p:cNvPr id="201" name="Google Shape;201;p21"/>
            <p:cNvSpPr/>
            <p:nvPr/>
          </p:nvSpPr>
          <p:spPr>
            <a:xfrm rot="10800000">
              <a:off x="5575242" y="4948334"/>
              <a:ext cx="394200" cy="131400"/>
            </a:xfrm>
            <a:prstGeom prst="triangle">
              <a:avLst>
                <a:gd fmla="val 32425" name="adj"/>
              </a:avLst>
            </a:prstGeom>
            <a:solidFill>
              <a:srgbClr val="2632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2" name="Google Shape;202;p21"/>
            <p:cNvGrpSpPr/>
            <p:nvPr/>
          </p:nvGrpSpPr>
          <p:grpSpPr>
            <a:xfrm flipH="1">
              <a:off x="5734850" y="4472723"/>
              <a:ext cx="2040837" cy="670795"/>
              <a:chOff x="1297954" y="330075"/>
              <a:chExt cx="5169293" cy="1699506"/>
            </a:xfrm>
          </p:grpSpPr>
          <p:sp>
            <p:nvSpPr>
              <p:cNvPr id="203" name="Google Shape;203;p21"/>
              <p:cNvSpPr/>
              <p:nvPr/>
            </p:nvSpPr>
            <p:spPr>
              <a:xfrm>
                <a:off x="1297954" y="330081"/>
                <a:ext cx="3476700" cy="1699500"/>
              </a:xfrm>
              <a:prstGeom prst="rect">
                <a:avLst/>
              </a:prstGeom>
              <a:solidFill>
                <a:srgbClr val="38C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1"/>
              <p:cNvSpPr/>
              <p:nvPr/>
            </p:nvSpPr>
            <p:spPr>
              <a:xfrm>
                <a:off x="4767747" y="330075"/>
                <a:ext cx="1699500" cy="1699500"/>
              </a:xfrm>
              <a:prstGeom prst="rtTriangle">
                <a:avLst/>
              </a:prstGeom>
              <a:solidFill>
                <a:srgbClr val="38C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 name="Google Shape;205;p21"/>
            <p:cNvGrpSpPr/>
            <p:nvPr/>
          </p:nvGrpSpPr>
          <p:grpSpPr>
            <a:xfrm flipH="1">
              <a:off x="5578209" y="4646738"/>
              <a:ext cx="2199863" cy="304563"/>
              <a:chOff x="-5827153" y="330075"/>
              <a:chExt cx="12276019" cy="1699569"/>
            </a:xfrm>
          </p:grpSpPr>
          <p:sp>
            <p:nvSpPr>
              <p:cNvPr id="206" name="Google Shape;206;p21"/>
              <p:cNvSpPr/>
              <p:nvPr/>
            </p:nvSpPr>
            <p:spPr>
              <a:xfrm>
                <a:off x="-5827153" y="330144"/>
                <a:ext cx="10612200" cy="1699500"/>
              </a:xfrm>
              <a:prstGeom prst="rect">
                <a:avLst/>
              </a:prstGeom>
              <a:solidFill>
                <a:srgbClr val="127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1"/>
              <p:cNvSpPr/>
              <p:nvPr/>
            </p:nvSpPr>
            <p:spPr>
              <a:xfrm>
                <a:off x="4749366" y="330075"/>
                <a:ext cx="1699500" cy="1699500"/>
              </a:xfrm>
              <a:prstGeom prst="rtTriangle">
                <a:avLst/>
              </a:prstGeom>
              <a:solidFill>
                <a:srgbClr val="127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208" name="Google Shape;208;p21"/>
          <p:cNvPicPr preferRelativeResize="0"/>
          <p:nvPr/>
        </p:nvPicPr>
        <p:blipFill>
          <a:blip r:embed="rId2">
            <a:alphaModFix/>
          </a:blip>
          <a:stretch>
            <a:fillRect/>
          </a:stretch>
        </p:blipFill>
        <p:spPr>
          <a:xfrm>
            <a:off x="126725" y="81525"/>
            <a:ext cx="1211301" cy="518126"/>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9" name="Shape 209"/>
        <p:cNvGrpSpPr/>
        <p:nvPr/>
      </p:nvGrpSpPr>
      <p:grpSpPr>
        <a:xfrm>
          <a:off x="0" y="0"/>
          <a:ext cx="0" cy="0"/>
          <a:chOff x="0" y="0"/>
          <a:chExt cx="0" cy="0"/>
        </a:xfrm>
      </p:grpSpPr>
      <p:sp>
        <p:nvSpPr>
          <p:cNvPr id="210" name="Google Shape;210;p22"/>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grpSp>
        <p:nvGrpSpPr>
          <p:cNvPr id="211" name="Google Shape;211;p22"/>
          <p:cNvGrpSpPr/>
          <p:nvPr/>
        </p:nvGrpSpPr>
        <p:grpSpPr>
          <a:xfrm>
            <a:off x="6946842" y="4472723"/>
            <a:ext cx="2202830" cy="670795"/>
            <a:chOff x="5575242" y="4472723"/>
            <a:chExt cx="2202830" cy="670795"/>
          </a:xfrm>
        </p:grpSpPr>
        <p:sp>
          <p:nvSpPr>
            <p:cNvPr id="212" name="Google Shape;212;p22"/>
            <p:cNvSpPr/>
            <p:nvPr/>
          </p:nvSpPr>
          <p:spPr>
            <a:xfrm rot="10800000">
              <a:off x="5575242" y="4948334"/>
              <a:ext cx="394200" cy="131400"/>
            </a:xfrm>
            <a:prstGeom prst="triangle">
              <a:avLst>
                <a:gd fmla="val 32425" name="adj"/>
              </a:avLst>
            </a:prstGeom>
            <a:solidFill>
              <a:srgbClr val="D857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3" name="Google Shape;213;p22"/>
            <p:cNvGrpSpPr/>
            <p:nvPr/>
          </p:nvGrpSpPr>
          <p:grpSpPr>
            <a:xfrm flipH="1">
              <a:off x="5734850" y="4472723"/>
              <a:ext cx="2040837" cy="670795"/>
              <a:chOff x="1297954" y="330075"/>
              <a:chExt cx="5169293" cy="1699506"/>
            </a:xfrm>
          </p:grpSpPr>
          <p:sp>
            <p:nvSpPr>
              <p:cNvPr id="214" name="Google Shape;214;p22"/>
              <p:cNvSpPr/>
              <p:nvPr/>
            </p:nvSpPr>
            <p:spPr>
              <a:xfrm>
                <a:off x="1297954" y="330081"/>
                <a:ext cx="3476700" cy="1699500"/>
              </a:xfrm>
              <a:prstGeom prst="rect">
                <a:avLst/>
              </a:prstGeom>
              <a:solidFill>
                <a:srgbClr val="C7D3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2"/>
              <p:cNvSpPr/>
              <p:nvPr/>
            </p:nvSpPr>
            <p:spPr>
              <a:xfrm>
                <a:off x="4767747" y="330075"/>
                <a:ext cx="1699500" cy="1699500"/>
              </a:xfrm>
              <a:prstGeom prst="rtTriangle">
                <a:avLst/>
              </a:prstGeom>
              <a:solidFill>
                <a:srgbClr val="C7D3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 name="Google Shape;216;p22"/>
            <p:cNvGrpSpPr/>
            <p:nvPr/>
          </p:nvGrpSpPr>
          <p:grpSpPr>
            <a:xfrm flipH="1">
              <a:off x="5578209" y="4646738"/>
              <a:ext cx="2199863" cy="304563"/>
              <a:chOff x="-5827153" y="330075"/>
              <a:chExt cx="12276019" cy="1699569"/>
            </a:xfrm>
          </p:grpSpPr>
          <p:sp>
            <p:nvSpPr>
              <p:cNvPr id="217" name="Google Shape;217;p22"/>
              <p:cNvSpPr/>
              <p:nvPr/>
            </p:nvSpPr>
            <p:spPr>
              <a:xfrm>
                <a:off x="-5827153" y="330144"/>
                <a:ext cx="10612200" cy="1699500"/>
              </a:xfrm>
              <a:prstGeom prst="rect">
                <a:avLst/>
              </a:prstGeom>
              <a:solidFill>
                <a:srgbClr val="FF67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2"/>
              <p:cNvSpPr/>
              <p:nvPr/>
            </p:nvSpPr>
            <p:spPr>
              <a:xfrm>
                <a:off x="4749366" y="330075"/>
                <a:ext cx="1699500" cy="1699500"/>
              </a:xfrm>
              <a:prstGeom prst="rtTriangle">
                <a:avLst/>
              </a:prstGeom>
              <a:solidFill>
                <a:srgbClr val="FF67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9" name="Google Shape;219;p22"/>
          <p:cNvGrpSpPr/>
          <p:nvPr/>
        </p:nvGrpSpPr>
        <p:grpSpPr>
          <a:xfrm rot="10800000">
            <a:off x="-8" y="-2"/>
            <a:ext cx="2202830" cy="670795"/>
            <a:chOff x="5575242" y="4472723"/>
            <a:chExt cx="2202830" cy="670795"/>
          </a:xfrm>
        </p:grpSpPr>
        <p:sp>
          <p:nvSpPr>
            <p:cNvPr id="220" name="Google Shape;220;p22"/>
            <p:cNvSpPr/>
            <p:nvPr/>
          </p:nvSpPr>
          <p:spPr>
            <a:xfrm rot="10800000">
              <a:off x="5575242" y="4948334"/>
              <a:ext cx="394200" cy="131400"/>
            </a:xfrm>
            <a:prstGeom prst="triangle">
              <a:avLst>
                <a:gd fmla="val 32425" name="adj"/>
              </a:avLst>
            </a:prstGeom>
            <a:solidFill>
              <a:srgbClr val="2632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1" name="Google Shape;221;p22"/>
            <p:cNvGrpSpPr/>
            <p:nvPr/>
          </p:nvGrpSpPr>
          <p:grpSpPr>
            <a:xfrm flipH="1">
              <a:off x="5734850" y="4472723"/>
              <a:ext cx="2040837" cy="670795"/>
              <a:chOff x="1297954" y="330075"/>
              <a:chExt cx="5169293" cy="1699506"/>
            </a:xfrm>
          </p:grpSpPr>
          <p:sp>
            <p:nvSpPr>
              <p:cNvPr id="222" name="Google Shape;222;p22"/>
              <p:cNvSpPr/>
              <p:nvPr/>
            </p:nvSpPr>
            <p:spPr>
              <a:xfrm>
                <a:off x="1297954" y="330081"/>
                <a:ext cx="3476700" cy="1699500"/>
              </a:xfrm>
              <a:prstGeom prst="rect">
                <a:avLst/>
              </a:prstGeom>
              <a:solidFill>
                <a:srgbClr val="38C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2"/>
              <p:cNvSpPr/>
              <p:nvPr/>
            </p:nvSpPr>
            <p:spPr>
              <a:xfrm>
                <a:off x="4767747" y="330075"/>
                <a:ext cx="1699500" cy="1699500"/>
              </a:xfrm>
              <a:prstGeom prst="rtTriangle">
                <a:avLst/>
              </a:prstGeom>
              <a:solidFill>
                <a:srgbClr val="38C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4" name="Google Shape;224;p22"/>
            <p:cNvGrpSpPr/>
            <p:nvPr/>
          </p:nvGrpSpPr>
          <p:grpSpPr>
            <a:xfrm flipH="1">
              <a:off x="5578209" y="4646738"/>
              <a:ext cx="2199863" cy="304563"/>
              <a:chOff x="-5827153" y="330075"/>
              <a:chExt cx="12276019" cy="1699569"/>
            </a:xfrm>
          </p:grpSpPr>
          <p:sp>
            <p:nvSpPr>
              <p:cNvPr id="225" name="Google Shape;225;p22"/>
              <p:cNvSpPr/>
              <p:nvPr/>
            </p:nvSpPr>
            <p:spPr>
              <a:xfrm>
                <a:off x="-5827153" y="330144"/>
                <a:ext cx="10612200" cy="1699500"/>
              </a:xfrm>
              <a:prstGeom prst="rect">
                <a:avLst/>
              </a:prstGeom>
              <a:solidFill>
                <a:srgbClr val="127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2"/>
              <p:cNvSpPr/>
              <p:nvPr/>
            </p:nvSpPr>
            <p:spPr>
              <a:xfrm>
                <a:off x="4749366" y="330075"/>
                <a:ext cx="1699500" cy="1699500"/>
              </a:xfrm>
              <a:prstGeom prst="rtTriangle">
                <a:avLst/>
              </a:prstGeom>
              <a:solidFill>
                <a:srgbClr val="127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227" name="Google Shape;227;p22"/>
          <p:cNvPicPr preferRelativeResize="0"/>
          <p:nvPr/>
        </p:nvPicPr>
        <p:blipFill>
          <a:blip r:embed="rId2">
            <a:alphaModFix/>
          </a:blip>
          <a:stretch>
            <a:fillRect/>
          </a:stretch>
        </p:blipFill>
        <p:spPr>
          <a:xfrm>
            <a:off x="126725" y="81525"/>
            <a:ext cx="1211301" cy="518126"/>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228" name="Shape 228"/>
        <p:cNvGrpSpPr/>
        <p:nvPr/>
      </p:nvGrpSpPr>
      <p:grpSpPr>
        <a:xfrm>
          <a:off x="0" y="0"/>
          <a:ext cx="0" cy="0"/>
          <a:chOff x="0" y="0"/>
          <a:chExt cx="0" cy="0"/>
        </a:xfrm>
      </p:grpSpPr>
      <p:sp>
        <p:nvSpPr>
          <p:cNvPr id="229" name="Google Shape;229;p23"/>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grpSp>
        <p:nvGrpSpPr>
          <p:cNvPr id="230" name="Google Shape;230;p23"/>
          <p:cNvGrpSpPr/>
          <p:nvPr/>
        </p:nvGrpSpPr>
        <p:grpSpPr>
          <a:xfrm>
            <a:off x="6946842" y="4472723"/>
            <a:ext cx="2202830" cy="670795"/>
            <a:chOff x="5575242" y="4472723"/>
            <a:chExt cx="2202830" cy="670795"/>
          </a:xfrm>
        </p:grpSpPr>
        <p:sp>
          <p:nvSpPr>
            <p:cNvPr id="231" name="Google Shape;231;p23"/>
            <p:cNvSpPr/>
            <p:nvPr/>
          </p:nvSpPr>
          <p:spPr>
            <a:xfrm rot="10800000">
              <a:off x="5575242" y="4948334"/>
              <a:ext cx="394200" cy="131400"/>
            </a:xfrm>
            <a:prstGeom prst="triangle">
              <a:avLst>
                <a:gd fmla="val 32425" name="adj"/>
              </a:avLst>
            </a:prstGeom>
            <a:solidFill>
              <a:srgbClr val="D857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2" name="Google Shape;232;p23"/>
            <p:cNvGrpSpPr/>
            <p:nvPr/>
          </p:nvGrpSpPr>
          <p:grpSpPr>
            <a:xfrm flipH="1">
              <a:off x="5734850" y="4472723"/>
              <a:ext cx="2040837" cy="670795"/>
              <a:chOff x="1297954" y="330075"/>
              <a:chExt cx="5169293" cy="1699506"/>
            </a:xfrm>
          </p:grpSpPr>
          <p:sp>
            <p:nvSpPr>
              <p:cNvPr id="233" name="Google Shape;233;p23"/>
              <p:cNvSpPr/>
              <p:nvPr/>
            </p:nvSpPr>
            <p:spPr>
              <a:xfrm>
                <a:off x="1297954" y="330081"/>
                <a:ext cx="3476700" cy="1699500"/>
              </a:xfrm>
              <a:prstGeom prst="rect">
                <a:avLst/>
              </a:prstGeom>
              <a:solidFill>
                <a:srgbClr val="C7D3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3"/>
              <p:cNvSpPr/>
              <p:nvPr/>
            </p:nvSpPr>
            <p:spPr>
              <a:xfrm>
                <a:off x="4767747" y="330075"/>
                <a:ext cx="1699500" cy="1699500"/>
              </a:xfrm>
              <a:prstGeom prst="rtTriangle">
                <a:avLst/>
              </a:prstGeom>
              <a:solidFill>
                <a:srgbClr val="C7D3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5" name="Google Shape;235;p23"/>
            <p:cNvGrpSpPr/>
            <p:nvPr/>
          </p:nvGrpSpPr>
          <p:grpSpPr>
            <a:xfrm flipH="1">
              <a:off x="5578209" y="4646738"/>
              <a:ext cx="2199863" cy="304563"/>
              <a:chOff x="-5827153" y="330075"/>
              <a:chExt cx="12276019" cy="1699569"/>
            </a:xfrm>
          </p:grpSpPr>
          <p:sp>
            <p:nvSpPr>
              <p:cNvPr id="236" name="Google Shape;236;p23"/>
              <p:cNvSpPr/>
              <p:nvPr/>
            </p:nvSpPr>
            <p:spPr>
              <a:xfrm>
                <a:off x="-5827153" y="330144"/>
                <a:ext cx="10612200" cy="1699500"/>
              </a:xfrm>
              <a:prstGeom prst="rect">
                <a:avLst/>
              </a:prstGeom>
              <a:solidFill>
                <a:srgbClr val="FF67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3"/>
              <p:cNvSpPr/>
              <p:nvPr/>
            </p:nvSpPr>
            <p:spPr>
              <a:xfrm>
                <a:off x="4749366" y="330075"/>
                <a:ext cx="1699500" cy="1699500"/>
              </a:xfrm>
              <a:prstGeom prst="rtTriangle">
                <a:avLst/>
              </a:prstGeom>
              <a:solidFill>
                <a:srgbClr val="FF67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38" name="Google Shape;238;p23"/>
          <p:cNvGrpSpPr/>
          <p:nvPr/>
        </p:nvGrpSpPr>
        <p:grpSpPr>
          <a:xfrm rot="10800000">
            <a:off x="-8" y="-2"/>
            <a:ext cx="2202830" cy="670795"/>
            <a:chOff x="5575242" y="4472723"/>
            <a:chExt cx="2202830" cy="670795"/>
          </a:xfrm>
        </p:grpSpPr>
        <p:sp>
          <p:nvSpPr>
            <p:cNvPr id="239" name="Google Shape;239;p23"/>
            <p:cNvSpPr/>
            <p:nvPr/>
          </p:nvSpPr>
          <p:spPr>
            <a:xfrm rot="10800000">
              <a:off x="5575242" y="4948334"/>
              <a:ext cx="394200" cy="131400"/>
            </a:xfrm>
            <a:prstGeom prst="triangle">
              <a:avLst>
                <a:gd fmla="val 32425" name="adj"/>
              </a:avLst>
            </a:prstGeom>
            <a:solidFill>
              <a:srgbClr val="2632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0" name="Google Shape;240;p23"/>
            <p:cNvGrpSpPr/>
            <p:nvPr/>
          </p:nvGrpSpPr>
          <p:grpSpPr>
            <a:xfrm flipH="1">
              <a:off x="5734850" y="4472723"/>
              <a:ext cx="2040837" cy="670795"/>
              <a:chOff x="1297954" y="330075"/>
              <a:chExt cx="5169293" cy="1699506"/>
            </a:xfrm>
          </p:grpSpPr>
          <p:sp>
            <p:nvSpPr>
              <p:cNvPr id="241" name="Google Shape;241;p23"/>
              <p:cNvSpPr/>
              <p:nvPr/>
            </p:nvSpPr>
            <p:spPr>
              <a:xfrm>
                <a:off x="1297954" y="330081"/>
                <a:ext cx="3476700" cy="1699500"/>
              </a:xfrm>
              <a:prstGeom prst="rect">
                <a:avLst/>
              </a:prstGeom>
              <a:solidFill>
                <a:srgbClr val="38C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3"/>
              <p:cNvSpPr/>
              <p:nvPr/>
            </p:nvSpPr>
            <p:spPr>
              <a:xfrm>
                <a:off x="4767747" y="330075"/>
                <a:ext cx="1699500" cy="1699500"/>
              </a:xfrm>
              <a:prstGeom prst="rtTriangle">
                <a:avLst/>
              </a:prstGeom>
              <a:solidFill>
                <a:srgbClr val="38C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23"/>
            <p:cNvGrpSpPr/>
            <p:nvPr/>
          </p:nvGrpSpPr>
          <p:grpSpPr>
            <a:xfrm flipH="1">
              <a:off x="5578209" y="4646738"/>
              <a:ext cx="2199863" cy="304563"/>
              <a:chOff x="-5827153" y="330075"/>
              <a:chExt cx="12276019" cy="1699569"/>
            </a:xfrm>
          </p:grpSpPr>
          <p:sp>
            <p:nvSpPr>
              <p:cNvPr id="244" name="Google Shape;244;p23"/>
              <p:cNvSpPr/>
              <p:nvPr/>
            </p:nvSpPr>
            <p:spPr>
              <a:xfrm>
                <a:off x="-5827153" y="330144"/>
                <a:ext cx="10612200" cy="1699500"/>
              </a:xfrm>
              <a:prstGeom prst="rect">
                <a:avLst/>
              </a:prstGeom>
              <a:solidFill>
                <a:srgbClr val="127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3"/>
              <p:cNvSpPr/>
              <p:nvPr/>
            </p:nvSpPr>
            <p:spPr>
              <a:xfrm>
                <a:off x="4749366" y="330075"/>
                <a:ext cx="1699500" cy="1699500"/>
              </a:xfrm>
              <a:prstGeom prst="rtTriangle">
                <a:avLst/>
              </a:prstGeom>
              <a:solidFill>
                <a:srgbClr val="127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246" name="Shape 246"/>
        <p:cNvGrpSpPr/>
        <p:nvPr/>
      </p:nvGrpSpPr>
      <p:grpSpPr>
        <a:xfrm>
          <a:off x="0" y="0"/>
          <a:ext cx="0" cy="0"/>
          <a:chOff x="0" y="0"/>
          <a:chExt cx="0" cy="0"/>
        </a:xfrm>
      </p:grpSpPr>
      <p:sp>
        <p:nvSpPr>
          <p:cNvPr id="247" name="Google Shape;247;p24"/>
          <p:cNvSpPr/>
          <p:nvPr/>
        </p:nvSpPr>
        <p:spPr>
          <a:xfrm>
            <a:off x="2749050" y="748800"/>
            <a:ext cx="3645900" cy="3645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4"/>
          <p:cNvSpPr/>
          <p:nvPr/>
        </p:nvSpPr>
        <p:spPr>
          <a:xfrm>
            <a:off x="2992950" y="992700"/>
            <a:ext cx="3158100" cy="3158100"/>
          </a:xfrm>
          <a:prstGeom prst="rect">
            <a:avLst/>
          </a:prstGeom>
          <a:noFill/>
          <a:ln cap="flat" cmpd="sng" w="28575">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4"/>
          <p:cNvSpPr txBox="1"/>
          <p:nvPr>
            <p:ph type="ctrTitle"/>
          </p:nvPr>
        </p:nvSpPr>
        <p:spPr>
          <a:xfrm>
            <a:off x="3096250" y="1627200"/>
            <a:ext cx="2951400" cy="1584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Font typeface="Lato"/>
              <a:buNone/>
              <a:defRPr>
                <a:solidFill>
                  <a:schemeClr val="lt1"/>
                </a:solidFill>
                <a:latin typeface="Lato"/>
                <a:ea typeface="Lato"/>
                <a:cs typeface="Lato"/>
                <a:sym typeface="Lato"/>
              </a:defRPr>
            </a:lvl1pPr>
            <a:lvl2pPr lvl="1" algn="ctr">
              <a:spcBef>
                <a:spcPts val="0"/>
              </a:spcBef>
              <a:spcAft>
                <a:spcPts val="0"/>
              </a:spcAft>
              <a:buClr>
                <a:schemeClr val="lt1"/>
              </a:buClr>
              <a:buSzPts val="2000"/>
              <a:buFont typeface="Lato"/>
              <a:buNone/>
              <a:defRPr>
                <a:solidFill>
                  <a:schemeClr val="lt1"/>
                </a:solidFill>
                <a:latin typeface="Lato"/>
                <a:ea typeface="Lato"/>
                <a:cs typeface="Lato"/>
                <a:sym typeface="Lato"/>
              </a:defRPr>
            </a:lvl2pPr>
            <a:lvl3pPr lvl="2" algn="ctr">
              <a:spcBef>
                <a:spcPts val="0"/>
              </a:spcBef>
              <a:spcAft>
                <a:spcPts val="0"/>
              </a:spcAft>
              <a:buClr>
                <a:schemeClr val="lt1"/>
              </a:buClr>
              <a:buSzPts val="2000"/>
              <a:buFont typeface="Lato"/>
              <a:buNone/>
              <a:defRPr>
                <a:solidFill>
                  <a:schemeClr val="lt1"/>
                </a:solidFill>
                <a:latin typeface="Lato"/>
                <a:ea typeface="Lato"/>
                <a:cs typeface="Lato"/>
                <a:sym typeface="Lato"/>
              </a:defRPr>
            </a:lvl3pPr>
            <a:lvl4pPr lvl="3" algn="ctr">
              <a:spcBef>
                <a:spcPts val="0"/>
              </a:spcBef>
              <a:spcAft>
                <a:spcPts val="0"/>
              </a:spcAft>
              <a:buClr>
                <a:schemeClr val="lt1"/>
              </a:buClr>
              <a:buSzPts val="2000"/>
              <a:buFont typeface="Lato"/>
              <a:buNone/>
              <a:defRPr>
                <a:solidFill>
                  <a:schemeClr val="lt1"/>
                </a:solidFill>
                <a:latin typeface="Lato"/>
                <a:ea typeface="Lato"/>
                <a:cs typeface="Lato"/>
                <a:sym typeface="Lato"/>
              </a:defRPr>
            </a:lvl4pPr>
            <a:lvl5pPr lvl="4" algn="ctr">
              <a:spcBef>
                <a:spcPts val="0"/>
              </a:spcBef>
              <a:spcAft>
                <a:spcPts val="0"/>
              </a:spcAft>
              <a:buClr>
                <a:schemeClr val="lt1"/>
              </a:buClr>
              <a:buSzPts val="2000"/>
              <a:buFont typeface="Lato"/>
              <a:buNone/>
              <a:defRPr>
                <a:solidFill>
                  <a:schemeClr val="lt1"/>
                </a:solidFill>
                <a:latin typeface="Lato"/>
                <a:ea typeface="Lato"/>
                <a:cs typeface="Lato"/>
                <a:sym typeface="Lato"/>
              </a:defRPr>
            </a:lvl5pPr>
            <a:lvl6pPr lvl="5" algn="ctr">
              <a:spcBef>
                <a:spcPts val="0"/>
              </a:spcBef>
              <a:spcAft>
                <a:spcPts val="0"/>
              </a:spcAft>
              <a:buClr>
                <a:schemeClr val="lt1"/>
              </a:buClr>
              <a:buSzPts val="2000"/>
              <a:buFont typeface="Lato"/>
              <a:buNone/>
              <a:defRPr>
                <a:solidFill>
                  <a:schemeClr val="lt1"/>
                </a:solidFill>
                <a:latin typeface="Lato"/>
                <a:ea typeface="Lato"/>
                <a:cs typeface="Lato"/>
                <a:sym typeface="Lato"/>
              </a:defRPr>
            </a:lvl6pPr>
            <a:lvl7pPr lvl="6" algn="ctr">
              <a:spcBef>
                <a:spcPts val="0"/>
              </a:spcBef>
              <a:spcAft>
                <a:spcPts val="0"/>
              </a:spcAft>
              <a:buClr>
                <a:schemeClr val="lt1"/>
              </a:buClr>
              <a:buSzPts val="2000"/>
              <a:buFont typeface="Lato"/>
              <a:buNone/>
              <a:defRPr>
                <a:solidFill>
                  <a:schemeClr val="lt1"/>
                </a:solidFill>
                <a:latin typeface="Lato"/>
                <a:ea typeface="Lato"/>
                <a:cs typeface="Lato"/>
                <a:sym typeface="Lato"/>
              </a:defRPr>
            </a:lvl7pPr>
            <a:lvl8pPr lvl="7" algn="ctr">
              <a:spcBef>
                <a:spcPts val="0"/>
              </a:spcBef>
              <a:spcAft>
                <a:spcPts val="0"/>
              </a:spcAft>
              <a:buClr>
                <a:schemeClr val="lt1"/>
              </a:buClr>
              <a:buSzPts val="2000"/>
              <a:buFont typeface="Lato"/>
              <a:buNone/>
              <a:defRPr>
                <a:solidFill>
                  <a:schemeClr val="lt1"/>
                </a:solidFill>
                <a:latin typeface="Lato"/>
                <a:ea typeface="Lato"/>
                <a:cs typeface="Lato"/>
                <a:sym typeface="Lato"/>
              </a:defRPr>
            </a:lvl8pPr>
            <a:lvl9pPr lvl="8" algn="ctr">
              <a:spcBef>
                <a:spcPts val="0"/>
              </a:spcBef>
              <a:spcAft>
                <a:spcPts val="0"/>
              </a:spcAft>
              <a:buClr>
                <a:schemeClr val="lt1"/>
              </a:buClr>
              <a:buSzPts val="2000"/>
              <a:buFont typeface="Lato"/>
              <a:buNone/>
              <a:defRPr>
                <a:solidFill>
                  <a:schemeClr val="lt1"/>
                </a:solidFill>
                <a:latin typeface="Lato"/>
                <a:ea typeface="Lato"/>
                <a:cs typeface="Lato"/>
                <a:sym typeface="Lato"/>
              </a:defRPr>
            </a:lvl9pPr>
          </a:lstStyle>
          <a:p/>
        </p:txBody>
      </p:sp>
      <p:sp>
        <p:nvSpPr>
          <p:cNvPr id="250" name="Google Shape;250;p24"/>
          <p:cNvSpPr txBox="1"/>
          <p:nvPr>
            <p:ph idx="1" type="subTitle"/>
          </p:nvPr>
        </p:nvSpPr>
        <p:spPr>
          <a:xfrm>
            <a:off x="3096363" y="3266930"/>
            <a:ext cx="2951400" cy="701400"/>
          </a:xfrm>
          <a:prstGeom prst="rect">
            <a:avLst/>
          </a:prstGeom>
        </p:spPr>
        <p:txBody>
          <a:bodyPr anchorCtr="0" anchor="b" bIns="91425" lIns="91425" spcFirstLastPara="1" rIns="91425" wrap="square" tIns="91425">
            <a:noAutofit/>
          </a:bodyPr>
          <a:lstStyle>
            <a:lvl1pPr lvl="0" algn="ctr">
              <a:lnSpc>
                <a:spcPct val="100000"/>
              </a:lnSpc>
              <a:spcBef>
                <a:spcPts val="600"/>
              </a:spcBef>
              <a:spcAft>
                <a:spcPts val="0"/>
              </a:spcAft>
              <a:buClr>
                <a:schemeClr val="lt1"/>
              </a:buClr>
              <a:buSzPts val="24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48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2pPr>
            <a:lvl3pPr lvl="2" algn="ctr">
              <a:lnSpc>
                <a:spcPct val="100000"/>
              </a:lnSpc>
              <a:spcBef>
                <a:spcPts val="48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3pPr>
            <a:lvl4pPr lvl="3" algn="ctr">
              <a:lnSpc>
                <a:spcPct val="100000"/>
              </a:lnSpc>
              <a:spcBef>
                <a:spcPts val="36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4pPr>
            <a:lvl5pPr lvl="4" algn="ctr">
              <a:lnSpc>
                <a:spcPct val="100000"/>
              </a:lnSpc>
              <a:spcBef>
                <a:spcPts val="36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5pPr>
            <a:lvl6pPr lvl="5" algn="ctr">
              <a:lnSpc>
                <a:spcPct val="100000"/>
              </a:lnSpc>
              <a:spcBef>
                <a:spcPts val="36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6pPr>
            <a:lvl7pPr lvl="6" algn="ctr">
              <a:lnSpc>
                <a:spcPct val="100000"/>
              </a:lnSpc>
              <a:spcBef>
                <a:spcPts val="36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7pPr>
            <a:lvl8pPr lvl="7" algn="ctr">
              <a:lnSpc>
                <a:spcPct val="100000"/>
              </a:lnSpc>
              <a:spcBef>
                <a:spcPts val="36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8pPr>
            <a:lvl9pPr lvl="8" algn="ctr">
              <a:lnSpc>
                <a:spcPct val="100000"/>
              </a:lnSpc>
              <a:spcBef>
                <a:spcPts val="36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9pPr>
          </a:lstStyle>
          <a:p/>
        </p:txBody>
      </p:sp>
      <p:sp>
        <p:nvSpPr>
          <p:cNvPr id="251" name="Google Shape;251;p24"/>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814275" y="392575"/>
            <a:ext cx="5258400" cy="766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FFFFFF"/>
              </a:buClr>
              <a:buSzPts val="2000"/>
              <a:buFont typeface="Roboto Condensed"/>
              <a:buNone/>
              <a:defRPr b="1" sz="2000">
                <a:solidFill>
                  <a:srgbClr val="FFFFFF"/>
                </a:solidFill>
                <a:latin typeface="Roboto Condensed"/>
                <a:ea typeface="Roboto Condensed"/>
                <a:cs typeface="Roboto Condensed"/>
                <a:sym typeface="Roboto Condensed"/>
              </a:defRPr>
            </a:lvl1pPr>
            <a:lvl2pPr lvl="1">
              <a:spcBef>
                <a:spcPts val="0"/>
              </a:spcBef>
              <a:spcAft>
                <a:spcPts val="0"/>
              </a:spcAft>
              <a:buClr>
                <a:srgbClr val="FFFFFF"/>
              </a:buClr>
              <a:buSzPts val="2000"/>
              <a:buFont typeface="Roboto Condensed"/>
              <a:buNone/>
              <a:defRPr b="1" sz="2000">
                <a:solidFill>
                  <a:srgbClr val="FFFFFF"/>
                </a:solidFill>
                <a:latin typeface="Roboto Condensed"/>
                <a:ea typeface="Roboto Condensed"/>
                <a:cs typeface="Roboto Condensed"/>
                <a:sym typeface="Roboto Condensed"/>
              </a:defRPr>
            </a:lvl2pPr>
            <a:lvl3pPr lvl="2">
              <a:spcBef>
                <a:spcPts val="0"/>
              </a:spcBef>
              <a:spcAft>
                <a:spcPts val="0"/>
              </a:spcAft>
              <a:buClr>
                <a:srgbClr val="FFFFFF"/>
              </a:buClr>
              <a:buSzPts val="2000"/>
              <a:buFont typeface="Roboto Condensed"/>
              <a:buNone/>
              <a:defRPr b="1" sz="2000">
                <a:solidFill>
                  <a:srgbClr val="FFFFFF"/>
                </a:solidFill>
                <a:latin typeface="Roboto Condensed"/>
                <a:ea typeface="Roboto Condensed"/>
                <a:cs typeface="Roboto Condensed"/>
                <a:sym typeface="Roboto Condensed"/>
              </a:defRPr>
            </a:lvl3pPr>
            <a:lvl4pPr lvl="3">
              <a:spcBef>
                <a:spcPts val="0"/>
              </a:spcBef>
              <a:spcAft>
                <a:spcPts val="0"/>
              </a:spcAft>
              <a:buClr>
                <a:srgbClr val="FFFFFF"/>
              </a:buClr>
              <a:buSzPts val="2000"/>
              <a:buFont typeface="Roboto Condensed"/>
              <a:buNone/>
              <a:defRPr b="1" sz="2000">
                <a:solidFill>
                  <a:srgbClr val="FFFFFF"/>
                </a:solidFill>
                <a:latin typeface="Roboto Condensed"/>
                <a:ea typeface="Roboto Condensed"/>
                <a:cs typeface="Roboto Condensed"/>
                <a:sym typeface="Roboto Condensed"/>
              </a:defRPr>
            </a:lvl4pPr>
            <a:lvl5pPr lvl="4">
              <a:spcBef>
                <a:spcPts val="0"/>
              </a:spcBef>
              <a:spcAft>
                <a:spcPts val="0"/>
              </a:spcAft>
              <a:buClr>
                <a:srgbClr val="FFFFFF"/>
              </a:buClr>
              <a:buSzPts val="2000"/>
              <a:buFont typeface="Roboto Condensed"/>
              <a:buNone/>
              <a:defRPr b="1" sz="2000">
                <a:solidFill>
                  <a:srgbClr val="FFFFFF"/>
                </a:solidFill>
                <a:latin typeface="Roboto Condensed"/>
                <a:ea typeface="Roboto Condensed"/>
                <a:cs typeface="Roboto Condensed"/>
                <a:sym typeface="Roboto Condensed"/>
              </a:defRPr>
            </a:lvl5pPr>
            <a:lvl6pPr lvl="5">
              <a:spcBef>
                <a:spcPts val="0"/>
              </a:spcBef>
              <a:spcAft>
                <a:spcPts val="0"/>
              </a:spcAft>
              <a:buClr>
                <a:srgbClr val="FFFFFF"/>
              </a:buClr>
              <a:buSzPts val="2000"/>
              <a:buFont typeface="Roboto Condensed"/>
              <a:buNone/>
              <a:defRPr b="1" sz="2000">
                <a:solidFill>
                  <a:srgbClr val="FFFFFF"/>
                </a:solidFill>
                <a:latin typeface="Roboto Condensed"/>
                <a:ea typeface="Roboto Condensed"/>
                <a:cs typeface="Roboto Condensed"/>
                <a:sym typeface="Roboto Condensed"/>
              </a:defRPr>
            </a:lvl6pPr>
            <a:lvl7pPr lvl="6">
              <a:spcBef>
                <a:spcPts val="0"/>
              </a:spcBef>
              <a:spcAft>
                <a:spcPts val="0"/>
              </a:spcAft>
              <a:buClr>
                <a:srgbClr val="FFFFFF"/>
              </a:buClr>
              <a:buSzPts val="2000"/>
              <a:buFont typeface="Roboto Condensed"/>
              <a:buNone/>
              <a:defRPr b="1" sz="2000">
                <a:solidFill>
                  <a:srgbClr val="FFFFFF"/>
                </a:solidFill>
                <a:latin typeface="Roboto Condensed"/>
                <a:ea typeface="Roboto Condensed"/>
                <a:cs typeface="Roboto Condensed"/>
                <a:sym typeface="Roboto Condensed"/>
              </a:defRPr>
            </a:lvl7pPr>
            <a:lvl8pPr lvl="7">
              <a:spcBef>
                <a:spcPts val="0"/>
              </a:spcBef>
              <a:spcAft>
                <a:spcPts val="0"/>
              </a:spcAft>
              <a:buClr>
                <a:srgbClr val="FFFFFF"/>
              </a:buClr>
              <a:buSzPts val="2000"/>
              <a:buFont typeface="Roboto Condensed"/>
              <a:buNone/>
              <a:defRPr b="1" sz="2000">
                <a:solidFill>
                  <a:srgbClr val="FFFFFF"/>
                </a:solidFill>
                <a:latin typeface="Roboto Condensed"/>
                <a:ea typeface="Roboto Condensed"/>
                <a:cs typeface="Roboto Condensed"/>
                <a:sym typeface="Roboto Condensed"/>
              </a:defRPr>
            </a:lvl8pPr>
            <a:lvl9pPr lvl="8">
              <a:spcBef>
                <a:spcPts val="0"/>
              </a:spcBef>
              <a:spcAft>
                <a:spcPts val="0"/>
              </a:spcAft>
              <a:buClr>
                <a:srgbClr val="FFFFFF"/>
              </a:buClr>
              <a:buSzPts val="2000"/>
              <a:buFont typeface="Roboto Condensed"/>
              <a:buNone/>
              <a:defRPr b="1" sz="2000">
                <a:solidFill>
                  <a:srgbClr val="FFFFFF"/>
                </a:solidFill>
                <a:latin typeface="Roboto Condensed"/>
                <a:ea typeface="Roboto Condensed"/>
                <a:cs typeface="Roboto Condensed"/>
                <a:sym typeface="Roboto Condensed"/>
              </a:defRPr>
            </a:lvl9pPr>
          </a:lstStyle>
          <a:p/>
        </p:txBody>
      </p:sp>
      <p:sp>
        <p:nvSpPr>
          <p:cNvPr id="52" name="Google Shape;52;p13"/>
          <p:cNvSpPr txBox="1"/>
          <p:nvPr>
            <p:ph idx="1" type="body"/>
          </p:nvPr>
        </p:nvSpPr>
        <p:spPr>
          <a:xfrm>
            <a:off x="814275" y="1327350"/>
            <a:ext cx="6132600" cy="3145500"/>
          </a:xfrm>
          <a:prstGeom prst="rect">
            <a:avLst/>
          </a:prstGeom>
          <a:noFill/>
          <a:ln>
            <a:noFill/>
          </a:ln>
        </p:spPr>
        <p:txBody>
          <a:bodyPr anchorCtr="0" anchor="ctr" bIns="91425" lIns="91425" spcFirstLastPara="1" rIns="91425" wrap="square" tIns="91425">
            <a:noAutofit/>
          </a:bodyPr>
          <a:lstStyle>
            <a:lvl1pPr indent="-381000" lvl="0" marL="457200">
              <a:spcBef>
                <a:spcPts val="6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1pPr>
            <a:lvl2pPr indent="-381000" lvl="1" marL="9144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2pPr>
            <a:lvl3pPr indent="-381000" lvl="2" marL="13716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3pPr>
            <a:lvl4pPr indent="-381000" lvl="3" marL="18288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4pPr>
            <a:lvl5pPr indent="-381000" lvl="4" marL="2286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5pPr>
            <a:lvl6pPr indent="-381000" lvl="5" marL="27432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6pPr>
            <a:lvl7pPr indent="-381000" lvl="6" marL="32004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7pPr>
            <a:lvl8pPr indent="-381000" lvl="7" marL="36576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8pPr>
            <a:lvl9pPr indent="-381000" lvl="8" marL="4114800">
              <a:spcBef>
                <a:spcPts val="1000"/>
              </a:spcBef>
              <a:spcAft>
                <a:spcPts val="100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9pPr>
          </a:lstStyle>
          <a:p/>
        </p:txBody>
      </p:sp>
      <p:sp>
        <p:nvSpPr>
          <p:cNvPr id="53" name="Google Shape;53;p13"/>
          <p:cNvSpPr txBox="1"/>
          <p:nvPr>
            <p:ph idx="12" type="sldNum"/>
          </p:nvPr>
        </p:nvSpPr>
        <p:spPr>
          <a:xfrm>
            <a:off x="7618000" y="4636500"/>
            <a:ext cx="1487400" cy="315600"/>
          </a:xfrm>
          <a:prstGeom prst="rect">
            <a:avLst/>
          </a:prstGeom>
          <a:noFill/>
          <a:ln>
            <a:noFill/>
          </a:ln>
        </p:spPr>
        <p:txBody>
          <a:bodyPr anchorCtr="0" anchor="ctr" bIns="91425" lIns="91425" spcFirstLastPara="1" rIns="91425" wrap="square" tIns="91425">
            <a:noAutofit/>
          </a:bodyPr>
          <a:lstStyle>
            <a:lvl1pPr lvl="0" algn="r">
              <a:buNone/>
              <a:defRPr b="1" sz="1200">
                <a:solidFill>
                  <a:srgbClr val="FFFFFF"/>
                </a:solidFill>
                <a:latin typeface="Roboto Condensed"/>
                <a:ea typeface="Roboto Condensed"/>
                <a:cs typeface="Roboto Condensed"/>
                <a:sym typeface="Roboto Condensed"/>
              </a:defRPr>
            </a:lvl1pPr>
            <a:lvl2pPr lvl="1" algn="r">
              <a:buNone/>
              <a:defRPr b="1" sz="1200">
                <a:solidFill>
                  <a:srgbClr val="FFFFFF"/>
                </a:solidFill>
                <a:latin typeface="Roboto Condensed"/>
                <a:ea typeface="Roboto Condensed"/>
                <a:cs typeface="Roboto Condensed"/>
                <a:sym typeface="Roboto Condensed"/>
              </a:defRPr>
            </a:lvl2pPr>
            <a:lvl3pPr lvl="2" algn="r">
              <a:buNone/>
              <a:defRPr b="1" sz="1200">
                <a:solidFill>
                  <a:srgbClr val="FFFFFF"/>
                </a:solidFill>
                <a:latin typeface="Roboto Condensed"/>
                <a:ea typeface="Roboto Condensed"/>
                <a:cs typeface="Roboto Condensed"/>
                <a:sym typeface="Roboto Condensed"/>
              </a:defRPr>
            </a:lvl3pPr>
            <a:lvl4pPr lvl="3" algn="r">
              <a:buNone/>
              <a:defRPr b="1" sz="1200">
                <a:solidFill>
                  <a:srgbClr val="FFFFFF"/>
                </a:solidFill>
                <a:latin typeface="Roboto Condensed"/>
                <a:ea typeface="Roboto Condensed"/>
                <a:cs typeface="Roboto Condensed"/>
                <a:sym typeface="Roboto Condensed"/>
              </a:defRPr>
            </a:lvl4pPr>
            <a:lvl5pPr lvl="4" algn="r">
              <a:buNone/>
              <a:defRPr b="1" sz="1200">
                <a:solidFill>
                  <a:srgbClr val="FFFFFF"/>
                </a:solidFill>
                <a:latin typeface="Roboto Condensed"/>
                <a:ea typeface="Roboto Condensed"/>
                <a:cs typeface="Roboto Condensed"/>
                <a:sym typeface="Roboto Condensed"/>
              </a:defRPr>
            </a:lvl5pPr>
            <a:lvl6pPr lvl="5" algn="r">
              <a:buNone/>
              <a:defRPr b="1" sz="1200">
                <a:solidFill>
                  <a:srgbClr val="FFFFFF"/>
                </a:solidFill>
                <a:latin typeface="Roboto Condensed"/>
                <a:ea typeface="Roboto Condensed"/>
                <a:cs typeface="Roboto Condensed"/>
                <a:sym typeface="Roboto Condensed"/>
              </a:defRPr>
            </a:lvl6pPr>
            <a:lvl7pPr lvl="6" algn="r">
              <a:buNone/>
              <a:defRPr b="1" sz="1200">
                <a:solidFill>
                  <a:srgbClr val="FFFFFF"/>
                </a:solidFill>
                <a:latin typeface="Roboto Condensed"/>
                <a:ea typeface="Roboto Condensed"/>
                <a:cs typeface="Roboto Condensed"/>
                <a:sym typeface="Roboto Condensed"/>
              </a:defRPr>
            </a:lvl7pPr>
            <a:lvl8pPr lvl="7" algn="r">
              <a:buNone/>
              <a:defRPr b="1" sz="1200">
                <a:solidFill>
                  <a:srgbClr val="FFFFFF"/>
                </a:solidFill>
                <a:latin typeface="Roboto Condensed"/>
                <a:ea typeface="Roboto Condensed"/>
                <a:cs typeface="Roboto Condensed"/>
                <a:sym typeface="Roboto Condensed"/>
              </a:defRPr>
            </a:lvl8pPr>
            <a:lvl9pPr lvl="8" algn="r">
              <a:buNone/>
              <a:defRPr b="1" sz="1200">
                <a:solidFill>
                  <a:srgbClr val="FFFFFF"/>
                </a:solidFill>
                <a:latin typeface="Roboto Condensed"/>
                <a:ea typeface="Roboto Condensed"/>
                <a:cs typeface="Roboto Condensed"/>
                <a:sym typeface="Roboto Condensed"/>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hyperlink" Target="http://wordcounter.net" TargetMode="Externa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6.xml"/><Relationship Id="rId3" Type="http://schemas.openxmlformats.org/officeDocument/2006/relationships/hyperlink" Target="https://natcenter.vn/phuoc-tein-carnival-kia-endurapro-plu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5"/>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vi" sz="1200">
                <a:solidFill>
                  <a:srgbClr val="FFFFFF"/>
                </a:solidFill>
                <a:latin typeface="Roboto Condensed"/>
                <a:ea typeface="Roboto Condensed"/>
                <a:cs typeface="Roboto Condensed"/>
                <a:sym typeface="Roboto Condensed"/>
              </a:rPr>
              <a:t>‹#›</a:t>
            </a:fld>
            <a:endParaRPr sz="1200">
              <a:solidFill>
                <a:srgbClr val="FFFFFF"/>
              </a:solidFill>
              <a:latin typeface="Roboto Condensed"/>
              <a:ea typeface="Roboto Condensed"/>
              <a:cs typeface="Roboto Condensed"/>
              <a:sym typeface="Roboto Condensed"/>
            </a:endParaRPr>
          </a:p>
        </p:txBody>
      </p:sp>
      <p:sp>
        <p:nvSpPr>
          <p:cNvPr id="257" name="Google Shape;257;p25"/>
          <p:cNvSpPr txBox="1"/>
          <p:nvPr>
            <p:ph type="ctrTitle"/>
          </p:nvPr>
        </p:nvSpPr>
        <p:spPr>
          <a:xfrm>
            <a:off x="255225" y="992125"/>
            <a:ext cx="7603200" cy="1655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 sz="8000"/>
              <a:t>Chuẩn SEO </a:t>
            </a:r>
            <a:endParaRPr sz="8000"/>
          </a:p>
          <a:p>
            <a:pPr indent="0" lvl="0" marL="0" rtl="0" algn="l">
              <a:spcBef>
                <a:spcPts val="0"/>
              </a:spcBef>
              <a:spcAft>
                <a:spcPts val="0"/>
              </a:spcAft>
              <a:buNone/>
            </a:pPr>
            <a:r>
              <a:rPr lang="vi" sz="8000"/>
              <a:t>Onpage</a:t>
            </a:r>
            <a:endParaRPr sz="8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6"/>
          <p:cNvSpPr txBox="1"/>
          <p:nvPr>
            <p:ph idx="4294967295" type="title"/>
          </p:nvPr>
        </p:nvSpPr>
        <p:spPr>
          <a:xfrm>
            <a:off x="0" y="205450"/>
            <a:ext cx="2369700" cy="31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 sz="1800"/>
              <a:t>UNIQUE</a:t>
            </a:r>
            <a:endParaRPr sz="1800"/>
          </a:p>
        </p:txBody>
      </p:sp>
      <p:sp>
        <p:nvSpPr>
          <p:cNvPr id="263" name="Google Shape;263;p26"/>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vi"/>
              <a:t>‹#›</a:t>
            </a:fld>
            <a:endParaRPr/>
          </a:p>
        </p:txBody>
      </p:sp>
      <p:sp>
        <p:nvSpPr>
          <p:cNvPr id="264" name="Google Shape;264;p26"/>
          <p:cNvSpPr txBox="1"/>
          <p:nvPr/>
        </p:nvSpPr>
        <p:spPr>
          <a:xfrm>
            <a:off x="2261375" y="27550"/>
            <a:ext cx="6716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2000">
                <a:solidFill>
                  <a:srgbClr val="1E2A31"/>
                </a:solidFill>
                <a:highlight>
                  <a:srgbClr val="FFFFFF"/>
                </a:highlight>
                <a:latin typeface="Roboto"/>
                <a:ea typeface="Roboto"/>
                <a:cs typeface="Roboto"/>
                <a:sym typeface="Roboto"/>
              </a:rPr>
              <a:t>Số lượng từ + Topic</a:t>
            </a:r>
            <a:endParaRPr b="1" sz="2000">
              <a:solidFill>
                <a:srgbClr val="1E2A31"/>
              </a:solidFill>
              <a:highlight>
                <a:srgbClr val="FFFFFF"/>
              </a:highlight>
              <a:latin typeface="Roboto"/>
              <a:ea typeface="Roboto"/>
              <a:cs typeface="Roboto"/>
              <a:sym typeface="Roboto"/>
            </a:endParaRPr>
          </a:p>
        </p:txBody>
      </p:sp>
      <p:sp>
        <p:nvSpPr>
          <p:cNvPr id="265" name="Google Shape;265;p26"/>
          <p:cNvSpPr txBox="1"/>
          <p:nvPr/>
        </p:nvSpPr>
        <p:spPr>
          <a:xfrm>
            <a:off x="0" y="865450"/>
            <a:ext cx="8977800" cy="287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500">
                <a:solidFill>
                  <a:srgbClr val="CC0000"/>
                </a:solidFill>
                <a:latin typeface="Roboto Condensed"/>
                <a:ea typeface="Roboto Condensed"/>
                <a:cs typeface="Roboto Condensed"/>
                <a:sym typeface="Roboto Condensed"/>
              </a:rPr>
              <a:t>Để xác định được số từ &amp; topic, cần dùng </a:t>
            </a:r>
            <a:r>
              <a:rPr b="1" lang="vi" sz="1500">
                <a:solidFill>
                  <a:srgbClr val="1277AB"/>
                </a:solidFill>
                <a:latin typeface="Roboto Condensed"/>
                <a:ea typeface="Roboto Condensed"/>
                <a:cs typeface="Roboto Condensed"/>
                <a:sym typeface="Roboto Condensed"/>
              </a:rPr>
              <a:t>key chính</a:t>
            </a:r>
            <a:r>
              <a:rPr b="1" lang="vi" sz="1500">
                <a:solidFill>
                  <a:srgbClr val="CC0000"/>
                </a:solidFill>
                <a:latin typeface="Roboto Condensed"/>
                <a:ea typeface="Roboto Condensed"/>
                <a:cs typeface="Roboto Condensed"/>
                <a:sym typeface="Roboto Condensed"/>
              </a:rPr>
              <a:t> research GG và xem nội dung của top </a:t>
            </a:r>
            <a:r>
              <a:rPr b="1" lang="vi" sz="1500">
                <a:solidFill>
                  <a:srgbClr val="1277AB"/>
                </a:solidFill>
                <a:latin typeface="Roboto Condensed"/>
                <a:ea typeface="Roboto Condensed"/>
                <a:cs typeface="Roboto Condensed"/>
                <a:sym typeface="Roboto Condensed"/>
              </a:rPr>
              <a:t>10 bài đầu tiên</a:t>
            </a:r>
            <a:endParaRPr b="1" sz="1500">
              <a:solidFill>
                <a:srgbClr val="1277AB"/>
              </a:solidFill>
              <a:latin typeface="Roboto Condensed"/>
              <a:ea typeface="Roboto Condensed"/>
              <a:cs typeface="Roboto Condensed"/>
              <a:sym typeface="Roboto Condensed"/>
            </a:endParaRPr>
          </a:p>
          <a:p>
            <a:pPr indent="0" lvl="0" marL="0" rtl="0" algn="l">
              <a:spcBef>
                <a:spcPts val="0"/>
              </a:spcBef>
              <a:spcAft>
                <a:spcPts val="0"/>
              </a:spcAft>
              <a:buNone/>
            </a:pPr>
            <a:r>
              <a:t/>
            </a:r>
            <a:endParaRPr b="1" sz="1500">
              <a:solidFill>
                <a:schemeClr val="dk1"/>
              </a:solidFill>
              <a:latin typeface="Roboto Condensed"/>
              <a:ea typeface="Roboto Condensed"/>
              <a:cs typeface="Roboto Condensed"/>
              <a:sym typeface="Roboto Condensed"/>
            </a:endParaRPr>
          </a:p>
          <a:p>
            <a:pPr indent="0" lvl="0" marL="0" rtl="0" algn="l">
              <a:spcBef>
                <a:spcPts val="0"/>
              </a:spcBef>
              <a:spcAft>
                <a:spcPts val="0"/>
              </a:spcAft>
              <a:buNone/>
            </a:pPr>
            <a:r>
              <a:rPr b="1" lang="vi" sz="1500">
                <a:solidFill>
                  <a:schemeClr val="dk1"/>
                </a:solidFill>
                <a:latin typeface="Roboto Condensed"/>
                <a:ea typeface="Roboto Condensed"/>
                <a:cs typeface="Roboto Condensed"/>
                <a:sym typeface="Roboto Condensed"/>
              </a:rPr>
              <a:t>Tối thiểu:</a:t>
            </a:r>
            <a:endParaRPr b="1" sz="1500">
              <a:solidFill>
                <a:schemeClr val="dk1"/>
              </a:solidFill>
              <a:latin typeface="Roboto Condensed"/>
              <a:ea typeface="Roboto Condensed"/>
              <a:cs typeface="Roboto Condensed"/>
              <a:sym typeface="Roboto Condensed"/>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Số lượng từ: </a:t>
            </a:r>
            <a:r>
              <a:rPr b="1" lang="vi" sz="1300">
                <a:solidFill>
                  <a:schemeClr val="dk1"/>
                </a:solidFill>
                <a:latin typeface="Roboto Condensed"/>
                <a:ea typeface="Roboto Condensed"/>
                <a:cs typeface="Roboto Condensed"/>
                <a:sym typeface="Roboto Condensed"/>
              </a:rPr>
              <a:t>1500 từ</a:t>
            </a:r>
            <a:r>
              <a:rPr lang="vi" sz="1300">
                <a:solidFill>
                  <a:schemeClr val="dk1"/>
                </a:solidFill>
                <a:latin typeface="Roboto Condensed Light"/>
                <a:ea typeface="Roboto Condensed Light"/>
                <a:cs typeface="Roboto Condensed Light"/>
                <a:sym typeface="Roboto Condensed Light"/>
              </a:rPr>
              <a:t>/ 1 bài</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Số lượng topic:</a:t>
            </a:r>
            <a:r>
              <a:rPr b="1" lang="vi" sz="1300">
                <a:solidFill>
                  <a:schemeClr val="dk1"/>
                </a:solidFill>
                <a:latin typeface="Roboto Condensed"/>
                <a:ea typeface="Roboto Condensed"/>
                <a:cs typeface="Roboto Condensed"/>
                <a:sym typeface="Roboto Condensed"/>
              </a:rPr>
              <a:t> 4 topic (H2)</a:t>
            </a:r>
            <a:r>
              <a:rPr lang="vi" sz="1300">
                <a:solidFill>
                  <a:schemeClr val="dk1"/>
                </a:solidFill>
                <a:latin typeface="Roboto Condensed Light"/>
                <a:ea typeface="Roboto Condensed Light"/>
                <a:cs typeface="Roboto Condensed Light"/>
                <a:sym typeface="Roboto Condensed Light"/>
              </a:rPr>
              <a:t>/ 1 bài</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=&gt; Dùng cho các key khi research nhận được kết quả: </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K</a:t>
            </a:r>
            <a:r>
              <a:rPr lang="vi" sz="1300">
                <a:solidFill>
                  <a:schemeClr val="dk1"/>
                </a:solidFill>
                <a:latin typeface="Roboto Condensed Light"/>
                <a:ea typeface="Roboto Condensed Light"/>
                <a:cs typeface="Roboto Condensed Light"/>
                <a:sym typeface="Roboto Condensed Light"/>
              </a:rPr>
              <a:t>hông liên quan đến key được search</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Ít hoặc chưa được khai thác hoặc thậm chí không có kết quả </a:t>
            </a:r>
            <a:endParaRPr sz="1300">
              <a:solidFill>
                <a:schemeClr val="dk1"/>
              </a:solidFill>
              <a:latin typeface="Roboto Condensed Light"/>
              <a:ea typeface="Roboto Condensed Light"/>
              <a:cs typeface="Roboto Condensed Light"/>
              <a:sym typeface="Roboto Condensed Light"/>
            </a:endParaRPr>
          </a:p>
          <a:p>
            <a:pPr indent="45720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liên quan</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Bài viết có bố cục </a:t>
            </a:r>
            <a:r>
              <a:rPr b="1" i="1" lang="vi" sz="1300">
                <a:solidFill>
                  <a:schemeClr val="dk1"/>
                </a:solidFill>
                <a:latin typeface="Roboto Condensed"/>
                <a:ea typeface="Roboto Condensed"/>
                <a:cs typeface="Roboto Condensed"/>
                <a:sym typeface="Roboto Condensed"/>
              </a:rPr>
              <a:t>không</a:t>
            </a:r>
            <a:r>
              <a:rPr lang="vi" sz="1300">
                <a:solidFill>
                  <a:schemeClr val="dk1"/>
                </a:solidFill>
                <a:latin typeface="Roboto Condensed Light"/>
                <a:ea typeface="Roboto Condensed Light"/>
                <a:cs typeface="Roboto Condensed Light"/>
                <a:sym typeface="Roboto Condensed Light"/>
              </a:rPr>
              <a:t> rõ ràng</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Ví dụ: Search key “nón bảo hiểm tai mèo” ra kết quả là các trang </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sản phẩm (gồm nhiều sản phẩm) hoặc 1 sản phẩm cụ thể, nội dung chỉ</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gồm các dòng mô tả sản phẩm (ít thông tin giá trị)</a:t>
            </a:r>
            <a:endParaRPr sz="1300">
              <a:solidFill>
                <a:schemeClr val="dk1"/>
              </a:solidFill>
              <a:latin typeface="Roboto Condensed Light"/>
              <a:ea typeface="Roboto Condensed Light"/>
              <a:cs typeface="Roboto Condensed Light"/>
              <a:sym typeface="Roboto Condensed Light"/>
            </a:endParaRPr>
          </a:p>
        </p:txBody>
      </p:sp>
      <p:pic>
        <p:nvPicPr>
          <p:cNvPr id="266" name="Google Shape;266;p26"/>
          <p:cNvPicPr preferRelativeResize="0"/>
          <p:nvPr/>
        </p:nvPicPr>
        <p:blipFill>
          <a:blip r:embed="rId3">
            <a:alphaModFix/>
          </a:blip>
          <a:stretch>
            <a:fillRect/>
          </a:stretch>
        </p:blipFill>
        <p:spPr>
          <a:xfrm>
            <a:off x="4725725" y="1419125"/>
            <a:ext cx="3783049" cy="29535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7"/>
          <p:cNvSpPr txBox="1"/>
          <p:nvPr>
            <p:ph idx="4294967295" type="title"/>
          </p:nvPr>
        </p:nvSpPr>
        <p:spPr>
          <a:xfrm>
            <a:off x="0" y="205450"/>
            <a:ext cx="2369700" cy="31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 sz="1800"/>
              <a:t>UNIQUE</a:t>
            </a:r>
            <a:endParaRPr sz="1800"/>
          </a:p>
        </p:txBody>
      </p:sp>
      <p:sp>
        <p:nvSpPr>
          <p:cNvPr id="272" name="Google Shape;272;p27"/>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vi"/>
              <a:t>‹#›</a:t>
            </a:fld>
            <a:endParaRPr/>
          </a:p>
        </p:txBody>
      </p:sp>
      <p:sp>
        <p:nvSpPr>
          <p:cNvPr id="273" name="Google Shape;273;p27"/>
          <p:cNvSpPr txBox="1"/>
          <p:nvPr/>
        </p:nvSpPr>
        <p:spPr>
          <a:xfrm>
            <a:off x="2261375" y="27550"/>
            <a:ext cx="6716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2000">
                <a:solidFill>
                  <a:srgbClr val="1E2A31"/>
                </a:solidFill>
                <a:highlight>
                  <a:srgbClr val="FFFFFF"/>
                </a:highlight>
                <a:latin typeface="Roboto"/>
                <a:ea typeface="Roboto"/>
                <a:cs typeface="Roboto"/>
                <a:sym typeface="Roboto"/>
              </a:rPr>
              <a:t>Số lượng từ + Topic</a:t>
            </a:r>
            <a:endParaRPr b="1" sz="2000">
              <a:solidFill>
                <a:srgbClr val="1E2A31"/>
              </a:solidFill>
              <a:highlight>
                <a:srgbClr val="FFFFFF"/>
              </a:highlight>
              <a:latin typeface="Roboto"/>
              <a:ea typeface="Roboto"/>
              <a:cs typeface="Roboto"/>
              <a:sym typeface="Roboto"/>
            </a:endParaRPr>
          </a:p>
        </p:txBody>
      </p:sp>
      <p:sp>
        <p:nvSpPr>
          <p:cNvPr id="274" name="Google Shape;274;p27"/>
          <p:cNvSpPr txBox="1"/>
          <p:nvPr/>
        </p:nvSpPr>
        <p:spPr>
          <a:xfrm>
            <a:off x="0" y="835375"/>
            <a:ext cx="8977800" cy="247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500">
                <a:solidFill>
                  <a:srgbClr val="CC0000"/>
                </a:solidFill>
                <a:latin typeface="Roboto Condensed"/>
                <a:ea typeface="Roboto Condensed"/>
                <a:cs typeface="Roboto Condensed"/>
                <a:sym typeface="Roboto Condensed"/>
              </a:rPr>
              <a:t>Để xác định được số từ &amp; topic, cần dùng </a:t>
            </a:r>
            <a:r>
              <a:rPr b="1" lang="vi" sz="1500">
                <a:solidFill>
                  <a:srgbClr val="1277AB"/>
                </a:solidFill>
                <a:latin typeface="Roboto Condensed"/>
                <a:ea typeface="Roboto Condensed"/>
                <a:cs typeface="Roboto Condensed"/>
                <a:sym typeface="Roboto Condensed"/>
              </a:rPr>
              <a:t>key chính</a:t>
            </a:r>
            <a:r>
              <a:rPr b="1" lang="vi" sz="1500">
                <a:solidFill>
                  <a:srgbClr val="CC0000"/>
                </a:solidFill>
                <a:latin typeface="Roboto Condensed"/>
                <a:ea typeface="Roboto Condensed"/>
                <a:cs typeface="Roboto Condensed"/>
                <a:sym typeface="Roboto Condensed"/>
              </a:rPr>
              <a:t> research GG và xem nội dung của top </a:t>
            </a:r>
            <a:r>
              <a:rPr b="1" lang="vi" sz="1500">
                <a:solidFill>
                  <a:srgbClr val="1277AB"/>
                </a:solidFill>
                <a:latin typeface="Roboto Condensed"/>
                <a:ea typeface="Roboto Condensed"/>
                <a:cs typeface="Roboto Condensed"/>
                <a:sym typeface="Roboto Condensed"/>
              </a:rPr>
              <a:t>10 bài đầu tiên</a:t>
            </a:r>
            <a:endParaRPr b="1" sz="1500">
              <a:solidFill>
                <a:srgbClr val="1277AB"/>
              </a:solidFill>
              <a:latin typeface="Roboto Condensed"/>
              <a:ea typeface="Roboto Condensed"/>
              <a:cs typeface="Roboto Condensed"/>
              <a:sym typeface="Roboto Condensed"/>
            </a:endParaRPr>
          </a:p>
          <a:p>
            <a:pPr indent="0" lvl="0" marL="0" rtl="0" algn="l">
              <a:spcBef>
                <a:spcPts val="0"/>
              </a:spcBef>
              <a:spcAft>
                <a:spcPts val="0"/>
              </a:spcAft>
              <a:buClr>
                <a:schemeClr val="dk1"/>
              </a:buClr>
              <a:buSzPts val="1100"/>
              <a:buFont typeface="Arial"/>
              <a:buNone/>
            </a:pPr>
            <a:r>
              <a:t/>
            </a:r>
            <a:endParaRPr b="1" sz="1500">
              <a:solidFill>
                <a:srgbClr val="1277AB"/>
              </a:solidFill>
              <a:latin typeface="Roboto Condensed"/>
              <a:ea typeface="Roboto Condensed"/>
              <a:cs typeface="Roboto Condensed"/>
              <a:sym typeface="Roboto Condensed"/>
            </a:endParaRPr>
          </a:p>
          <a:p>
            <a:pPr indent="0" lvl="0" marL="0" rtl="0" algn="l">
              <a:spcBef>
                <a:spcPts val="0"/>
              </a:spcBef>
              <a:spcAft>
                <a:spcPts val="0"/>
              </a:spcAft>
              <a:buNone/>
            </a:pPr>
            <a:r>
              <a:rPr b="1" lang="vi" sz="1500">
                <a:solidFill>
                  <a:schemeClr val="dk1"/>
                </a:solidFill>
                <a:latin typeface="Roboto Condensed"/>
                <a:ea typeface="Roboto Condensed"/>
                <a:cs typeface="Roboto Condensed"/>
                <a:sym typeface="Roboto Condensed"/>
              </a:rPr>
              <a:t>Chuẩn: </a:t>
            </a:r>
            <a:endParaRPr b="1" sz="1500">
              <a:solidFill>
                <a:schemeClr val="dk1"/>
              </a:solidFill>
              <a:latin typeface="Roboto Condensed"/>
              <a:ea typeface="Roboto Condensed"/>
              <a:cs typeface="Roboto Condensed"/>
              <a:sym typeface="Roboto Condensed"/>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Số lượng từ: Nhiều hơn bài </a:t>
            </a:r>
            <a:r>
              <a:rPr b="1" lang="vi" sz="1300">
                <a:solidFill>
                  <a:schemeClr val="dk1"/>
                </a:solidFill>
                <a:latin typeface="Roboto Condensed"/>
                <a:ea typeface="Roboto Condensed"/>
                <a:cs typeface="Roboto Condensed"/>
                <a:sym typeface="Roboto Condensed"/>
              </a:rPr>
              <a:t>nhiều nhất</a:t>
            </a:r>
            <a:r>
              <a:rPr lang="vi" sz="1300">
                <a:solidFill>
                  <a:schemeClr val="dk1"/>
                </a:solidFill>
                <a:latin typeface="Roboto Condensed Light"/>
                <a:ea typeface="Roboto Condensed Light"/>
                <a:cs typeface="Roboto Condensed Light"/>
                <a:sym typeface="Roboto Condensed Light"/>
              </a:rPr>
              <a:t> trong top 10 bài</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Số lượng topic: Nhiều hơn bài </a:t>
            </a:r>
            <a:r>
              <a:rPr b="1" lang="vi" sz="1300">
                <a:solidFill>
                  <a:schemeClr val="dk1"/>
                </a:solidFill>
                <a:latin typeface="Roboto Condensed"/>
                <a:ea typeface="Roboto Condensed"/>
                <a:cs typeface="Roboto Condensed"/>
                <a:sym typeface="Roboto Condensed"/>
              </a:rPr>
              <a:t>nhiều nhất</a:t>
            </a:r>
            <a:r>
              <a:rPr lang="vi" sz="1300">
                <a:solidFill>
                  <a:schemeClr val="dk1"/>
                </a:solidFill>
                <a:latin typeface="Roboto Condensed Light"/>
                <a:ea typeface="Roboto Condensed Light"/>
                <a:cs typeface="Roboto Condensed Light"/>
                <a:sym typeface="Roboto Condensed Light"/>
              </a:rPr>
              <a:t> trong top 10 bài</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=&gt; Dùng cho các key khi research nhận được kết quả: </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Liên quan đến key được search</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Nội dung được khai thác đa dạng, logic</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Ví dụ: khi search key lốp michelin mazda 3, kết quả nhận được là </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các bài viết có nội dung liên quan đến key, nội dung được khai thác </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đa dạng, hợp lý.</a:t>
            </a:r>
            <a:endParaRPr sz="1300">
              <a:solidFill>
                <a:schemeClr val="dk1"/>
              </a:solidFill>
              <a:latin typeface="Roboto Condensed Light"/>
              <a:ea typeface="Roboto Condensed Light"/>
              <a:cs typeface="Roboto Condensed Light"/>
              <a:sym typeface="Roboto Condensed Light"/>
            </a:endParaRPr>
          </a:p>
        </p:txBody>
      </p:sp>
      <p:pic>
        <p:nvPicPr>
          <p:cNvPr id="275" name="Google Shape;275;p27"/>
          <p:cNvPicPr preferRelativeResize="0"/>
          <p:nvPr/>
        </p:nvPicPr>
        <p:blipFill>
          <a:blip r:embed="rId3">
            <a:alphaModFix/>
          </a:blip>
          <a:stretch>
            <a:fillRect/>
          </a:stretch>
        </p:blipFill>
        <p:spPr>
          <a:xfrm>
            <a:off x="4427125" y="1289575"/>
            <a:ext cx="3437525" cy="29004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8"/>
          <p:cNvSpPr txBox="1"/>
          <p:nvPr>
            <p:ph idx="4294967295" type="title"/>
          </p:nvPr>
        </p:nvSpPr>
        <p:spPr>
          <a:xfrm>
            <a:off x="0" y="205450"/>
            <a:ext cx="2369700" cy="31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 sz="1800">
                <a:solidFill>
                  <a:schemeClr val="lt1"/>
                </a:solidFill>
              </a:rPr>
              <a:t>UNIQUE</a:t>
            </a:r>
            <a:endParaRPr sz="1800"/>
          </a:p>
        </p:txBody>
      </p:sp>
      <p:sp>
        <p:nvSpPr>
          <p:cNvPr id="281" name="Google Shape;281;p28"/>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vi"/>
              <a:t>‹#›</a:t>
            </a:fld>
            <a:endParaRPr/>
          </a:p>
        </p:txBody>
      </p:sp>
      <p:sp>
        <p:nvSpPr>
          <p:cNvPr id="282" name="Google Shape;282;p28"/>
          <p:cNvSpPr txBox="1"/>
          <p:nvPr/>
        </p:nvSpPr>
        <p:spPr>
          <a:xfrm>
            <a:off x="2261375" y="27550"/>
            <a:ext cx="6716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2000">
                <a:solidFill>
                  <a:srgbClr val="1E2A31"/>
                </a:solidFill>
                <a:highlight>
                  <a:srgbClr val="FFFFFF"/>
                </a:highlight>
                <a:latin typeface="Roboto"/>
                <a:ea typeface="Roboto"/>
                <a:cs typeface="Roboto"/>
                <a:sym typeface="Roboto"/>
              </a:rPr>
              <a:t>Nội dung trong bài</a:t>
            </a:r>
            <a:endParaRPr b="1" sz="2000">
              <a:solidFill>
                <a:srgbClr val="1E2A31"/>
              </a:solidFill>
              <a:highlight>
                <a:srgbClr val="FFFFFF"/>
              </a:highlight>
              <a:latin typeface="Roboto"/>
              <a:ea typeface="Roboto"/>
              <a:cs typeface="Roboto"/>
              <a:sym typeface="Roboto"/>
            </a:endParaRPr>
          </a:p>
        </p:txBody>
      </p:sp>
      <p:sp>
        <p:nvSpPr>
          <p:cNvPr id="283" name="Google Shape;283;p28"/>
          <p:cNvSpPr txBox="1"/>
          <p:nvPr/>
        </p:nvSpPr>
        <p:spPr>
          <a:xfrm>
            <a:off x="76200" y="870613"/>
            <a:ext cx="8977800" cy="121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500">
                <a:solidFill>
                  <a:srgbClr val="CC0000"/>
                </a:solidFill>
                <a:latin typeface="Roboto Condensed"/>
                <a:ea typeface="Roboto Condensed"/>
                <a:cs typeface="Roboto Condensed"/>
                <a:sym typeface="Roboto Condensed"/>
              </a:rPr>
              <a:t>Nội dung trong bài cần đảm bảo có 3 loại chính, gồm:</a:t>
            </a:r>
            <a:endParaRPr b="1" sz="1500">
              <a:solidFill>
                <a:srgbClr val="CC0000"/>
              </a:solidFill>
              <a:latin typeface="Roboto Condensed"/>
              <a:ea typeface="Roboto Condensed"/>
              <a:cs typeface="Roboto Condensed"/>
              <a:sym typeface="Roboto Condensed"/>
            </a:endParaRPr>
          </a:p>
          <a:p>
            <a:pPr indent="-311150" lvl="1" marL="360001" rtl="0" algn="l">
              <a:spcBef>
                <a:spcPts val="0"/>
              </a:spcBef>
              <a:spcAft>
                <a:spcPts val="0"/>
              </a:spcAft>
              <a:buClr>
                <a:schemeClr val="dk1"/>
              </a:buClr>
              <a:buSzPts val="1300"/>
              <a:buFont typeface="Roboto Condensed"/>
              <a:buChar char="○"/>
            </a:pPr>
            <a:r>
              <a:rPr b="1" lang="vi" sz="1300">
                <a:solidFill>
                  <a:schemeClr val="dk1"/>
                </a:solidFill>
                <a:latin typeface="Roboto Condensed"/>
                <a:ea typeface="Roboto Condensed"/>
                <a:cs typeface="Roboto Condensed"/>
                <a:sym typeface="Roboto Condensed"/>
              </a:rPr>
              <a:t>Tự nghĩ (quan trọng nhất)</a:t>
            </a:r>
            <a:endParaRPr b="1" sz="1300">
              <a:solidFill>
                <a:schemeClr val="dk1"/>
              </a:solidFill>
              <a:latin typeface="Roboto Condensed"/>
              <a:ea typeface="Roboto Condensed"/>
              <a:cs typeface="Roboto Condensed"/>
              <a:sym typeface="Roboto Condensed"/>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Tham khảo và tổng hợp từ các bài viết trên GG (chất lượng nhất là top 10 bài đầu tiên)</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Phần đề xuất của GG</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300">
              <a:solidFill>
                <a:schemeClr val="dk1"/>
              </a:solidFill>
              <a:latin typeface="Roboto Condensed Light"/>
              <a:ea typeface="Roboto Condensed Light"/>
              <a:cs typeface="Roboto Condensed Light"/>
              <a:sym typeface="Roboto Condensed Light"/>
            </a:endParaRPr>
          </a:p>
        </p:txBody>
      </p:sp>
      <p:grpSp>
        <p:nvGrpSpPr>
          <p:cNvPr id="284" name="Google Shape;284;p28"/>
          <p:cNvGrpSpPr/>
          <p:nvPr/>
        </p:nvGrpSpPr>
        <p:grpSpPr>
          <a:xfrm>
            <a:off x="543775" y="1817750"/>
            <a:ext cx="3024750" cy="2130700"/>
            <a:chOff x="298475" y="1811350"/>
            <a:chExt cx="3024750" cy="2130700"/>
          </a:xfrm>
        </p:grpSpPr>
        <p:pic>
          <p:nvPicPr>
            <p:cNvPr id="285" name="Google Shape;285;p28"/>
            <p:cNvPicPr preferRelativeResize="0"/>
            <p:nvPr/>
          </p:nvPicPr>
          <p:blipFill>
            <a:blip r:embed="rId3">
              <a:alphaModFix/>
            </a:blip>
            <a:stretch>
              <a:fillRect/>
            </a:stretch>
          </p:blipFill>
          <p:spPr>
            <a:xfrm>
              <a:off x="298475" y="1811350"/>
              <a:ext cx="3024750" cy="2130700"/>
            </a:xfrm>
            <a:prstGeom prst="rect">
              <a:avLst/>
            </a:prstGeom>
            <a:noFill/>
            <a:ln>
              <a:noFill/>
            </a:ln>
          </p:spPr>
        </p:pic>
        <p:sp>
          <p:nvSpPr>
            <p:cNvPr id="286" name="Google Shape;286;p28"/>
            <p:cNvSpPr/>
            <p:nvPr/>
          </p:nvSpPr>
          <p:spPr>
            <a:xfrm>
              <a:off x="822150" y="2911825"/>
              <a:ext cx="2214300" cy="9612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Condensed Light"/>
                <a:ea typeface="Roboto Condensed Light"/>
                <a:cs typeface="Roboto Condensed Light"/>
                <a:sym typeface="Roboto Condensed Light"/>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9"/>
          <p:cNvSpPr txBox="1"/>
          <p:nvPr>
            <p:ph idx="4294967295" type="title"/>
          </p:nvPr>
        </p:nvSpPr>
        <p:spPr>
          <a:xfrm>
            <a:off x="0" y="205450"/>
            <a:ext cx="2369700" cy="31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 sz="1800">
                <a:solidFill>
                  <a:schemeClr val="lt1"/>
                </a:solidFill>
              </a:rPr>
              <a:t>UNIQUE</a:t>
            </a:r>
            <a:endParaRPr sz="1800"/>
          </a:p>
        </p:txBody>
      </p:sp>
      <p:sp>
        <p:nvSpPr>
          <p:cNvPr id="292" name="Google Shape;292;p29"/>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vi"/>
              <a:t>‹#›</a:t>
            </a:fld>
            <a:endParaRPr/>
          </a:p>
        </p:txBody>
      </p:sp>
      <p:sp>
        <p:nvSpPr>
          <p:cNvPr id="293" name="Google Shape;293;p29"/>
          <p:cNvSpPr txBox="1"/>
          <p:nvPr/>
        </p:nvSpPr>
        <p:spPr>
          <a:xfrm>
            <a:off x="2261375" y="27550"/>
            <a:ext cx="6716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2000">
                <a:solidFill>
                  <a:srgbClr val="1E2A31"/>
                </a:solidFill>
                <a:highlight>
                  <a:srgbClr val="FFFFFF"/>
                </a:highlight>
                <a:latin typeface="Roboto"/>
                <a:ea typeface="Roboto"/>
                <a:cs typeface="Roboto"/>
                <a:sym typeface="Roboto"/>
              </a:rPr>
              <a:t>Nội dung trong bài</a:t>
            </a:r>
            <a:endParaRPr b="1" sz="2000">
              <a:solidFill>
                <a:srgbClr val="1E2A31"/>
              </a:solidFill>
              <a:highlight>
                <a:srgbClr val="FFFFFF"/>
              </a:highlight>
              <a:latin typeface="Roboto"/>
              <a:ea typeface="Roboto"/>
              <a:cs typeface="Roboto"/>
              <a:sym typeface="Roboto"/>
            </a:endParaRPr>
          </a:p>
        </p:txBody>
      </p:sp>
      <p:sp>
        <p:nvSpPr>
          <p:cNvPr id="294" name="Google Shape;294;p29"/>
          <p:cNvSpPr txBox="1"/>
          <p:nvPr/>
        </p:nvSpPr>
        <p:spPr>
          <a:xfrm>
            <a:off x="0" y="858425"/>
            <a:ext cx="8977800" cy="347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500">
                <a:solidFill>
                  <a:srgbClr val="CC0000"/>
                </a:solidFill>
                <a:latin typeface="Roboto Condensed"/>
                <a:ea typeface="Roboto Condensed"/>
                <a:cs typeface="Roboto Condensed"/>
                <a:sym typeface="Roboto Condensed"/>
              </a:rPr>
              <a:t>Phần </a:t>
            </a:r>
            <a:r>
              <a:rPr b="1" lang="vi" sz="1500">
                <a:solidFill>
                  <a:srgbClr val="1277AB"/>
                </a:solidFill>
                <a:latin typeface="Roboto Condensed"/>
                <a:ea typeface="Roboto Condensed"/>
                <a:cs typeface="Roboto Condensed"/>
                <a:sym typeface="Roboto Condensed"/>
              </a:rPr>
              <a:t>tự nghĩ</a:t>
            </a:r>
            <a:r>
              <a:rPr b="1" lang="vi" sz="1500">
                <a:solidFill>
                  <a:srgbClr val="CC0000"/>
                </a:solidFill>
                <a:latin typeface="Roboto Condensed"/>
                <a:ea typeface="Roboto Condensed"/>
                <a:cs typeface="Roboto Condensed"/>
                <a:sym typeface="Roboto Condensed"/>
              </a:rPr>
              <a:t> trong bài viết rất quan trọng nên chiếm tỷ lệ cao nhất, 60% trên toàn bộ bài viết, phần này có thể viết dựa trên:</a:t>
            </a:r>
            <a:endParaRPr b="1" sz="1500">
              <a:solidFill>
                <a:srgbClr val="CC0000"/>
              </a:solidFill>
              <a:latin typeface="Roboto Condensed"/>
              <a:ea typeface="Roboto Condensed"/>
              <a:cs typeface="Roboto Condensed"/>
              <a:sym typeface="Roboto Condensed"/>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Kinh nghiệm cá </a:t>
            </a:r>
            <a:r>
              <a:rPr lang="vi" sz="1300">
                <a:solidFill>
                  <a:schemeClr val="dk1"/>
                </a:solidFill>
                <a:latin typeface="Roboto Condensed Light"/>
                <a:ea typeface="Roboto Condensed Light"/>
                <a:cs typeface="Roboto Condensed Light"/>
                <a:sym typeface="Roboto Condensed Light"/>
              </a:rPr>
              <a:t>nhân</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Tự nghĩ ra các topic mà bản thân tò mò</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Sáng tạo dựa trên những topic đã được khai thác</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Khai thác sâu hơn về những topic có sẵn</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Tìm thêm ý tưởng tại các diễn đàn/ hội nhóm liên quan đến chuyên ngành đang viết (chú ý các từ chuyên ngành để khai thác)</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Ví dụ: khi research key “giá lốp michelin”, nội dung chủ yếu của key này là bảng giá. Vậy, cách để tăng phần tự nghĩ trong bài có thể áp dụng là khai thác sâu hơn về giá, như: </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Vì sao giá lốp Michelin thường nhỉnh hơn các loại cùng phân khúc</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Giá lốp Michelin rất rẻ có nên mua hay không</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Giá lốp Michelin cũ hiện nay trên thị trường</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Hoặc có thể tham gia các forum trên GG để tìm hiểu xem người dùng hay có những thắc mắc  nào về giá</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b="1" lang="vi" sz="1500">
                <a:solidFill>
                  <a:srgbClr val="CC0000"/>
                </a:solidFill>
                <a:latin typeface="Roboto Condensed"/>
                <a:ea typeface="Roboto Condensed"/>
                <a:cs typeface="Roboto Condensed"/>
                <a:sym typeface="Roboto Condensed"/>
              </a:rPr>
              <a:t>Lưu ý:</a:t>
            </a:r>
            <a:r>
              <a:rPr b="1" lang="vi" sz="1300">
                <a:solidFill>
                  <a:schemeClr val="dk1"/>
                </a:solidFill>
                <a:latin typeface="Roboto Condensed"/>
                <a:ea typeface="Roboto Condensed"/>
                <a:cs typeface="Roboto Condensed"/>
                <a:sym typeface="Roboto Condensed"/>
              </a:rPr>
              <a:t> </a:t>
            </a:r>
            <a:r>
              <a:rPr lang="vi" sz="1300">
                <a:solidFill>
                  <a:schemeClr val="dk1"/>
                </a:solidFill>
                <a:latin typeface="Roboto Condensed Light"/>
                <a:ea typeface="Roboto Condensed Light"/>
                <a:cs typeface="Roboto Condensed Light"/>
                <a:sym typeface="Roboto Condensed Light"/>
              </a:rPr>
              <a:t>Nếu topic (H2/ H3) là câu hỏi =&gt; trong đoạn đầu tiên phải chứa câu trả lời</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300">
              <a:solidFill>
                <a:schemeClr val="dk1"/>
              </a:solidFill>
              <a:latin typeface="Roboto Condensed Light"/>
              <a:ea typeface="Roboto Condensed Light"/>
              <a:cs typeface="Roboto Condensed Light"/>
              <a:sym typeface="Roboto Condensed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0"/>
          <p:cNvSpPr txBox="1"/>
          <p:nvPr>
            <p:ph idx="4294967295" type="title"/>
          </p:nvPr>
        </p:nvSpPr>
        <p:spPr>
          <a:xfrm>
            <a:off x="0" y="205450"/>
            <a:ext cx="2369700" cy="31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 sz="1800">
                <a:solidFill>
                  <a:schemeClr val="lt1"/>
                </a:solidFill>
              </a:rPr>
              <a:t>UNIQUE</a:t>
            </a:r>
            <a:endParaRPr sz="1800"/>
          </a:p>
        </p:txBody>
      </p:sp>
      <p:sp>
        <p:nvSpPr>
          <p:cNvPr id="300" name="Google Shape;300;p30"/>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vi"/>
              <a:t>‹#›</a:t>
            </a:fld>
            <a:endParaRPr/>
          </a:p>
        </p:txBody>
      </p:sp>
      <p:sp>
        <p:nvSpPr>
          <p:cNvPr id="301" name="Google Shape;301;p30"/>
          <p:cNvSpPr txBox="1"/>
          <p:nvPr/>
        </p:nvSpPr>
        <p:spPr>
          <a:xfrm>
            <a:off x="2261375" y="27550"/>
            <a:ext cx="6716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2000">
                <a:solidFill>
                  <a:srgbClr val="1E2A31"/>
                </a:solidFill>
                <a:highlight>
                  <a:srgbClr val="FFFFFF"/>
                </a:highlight>
                <a:latin typeface="Roboto"/>
                <a:ea typeface="Roboto"/>
                <a:cs typeface="Roboto"/>
                <a:sym typeface="Roboto"/>
              </a:rPr>
              <a:t>Trình bày</a:t>
            </a:r>
            <a:endParaRPr b="1" sz="2000">
              <a:solidFill>
                <a:srgbClr val="1E2A31"/>
              </a:solidFill>
              <a:highlight>
                <a:srgbClr val="FFFFFF"/>
              </a:highlight>
              <a:latin typeface="Roboto"/>
              <a:ea typeface="Roboto"/>
              <a:cs typeface="Roboto"/>
              <a:sym typeface="Roboto"/>
            </a:endParaRPr>
          </a:p>
        </p:txBody>
      </p:sp>
      <p:sp>
        <p:nvSpPr>
          <p:cNvPr id="302" name="Google Shape;302;p30"/>
          <p:cNvSpPr txBox="1"/>
          <p:nvPr/>
        </p:nvSpPr>
        <p:spPr>
          <a:xfrm>
            <a:off x="0" y="858425"/>
            <a:ext cx="8977800" cy="201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500">
                <a:solidFill>
                  <a:srgbClr val="CC0000"/>
                </a:solidFill>
                <a:latin typeface="Roboto Condensed"/>
                <a:ea typeface="Roboto Condensed"/>
                <a:cs typeface="Roboto Condensed"/>
                <a:sym typeface="Roboto Condensed"/>
              </a:rPr>
              <a:t>Cần tránh các lỗi:</a:t>
            </a:r>
            <a:endParaRPr b="1" sz="1500">
              <a:solidFill>
                <a:srgbClr val="CC0000"/>
              </a:solidFill>
              <a:latin typeface="Roboto Condensed"/>
              <a:ea typeface="Roboto Condensed"/>
              <a:cs typeface="Roboto Condensed"/>
              <a:sym typeface="Roboto Condensed"/>
            </a:endParaRPr>
          </a:p>
          <a:p>
            <a:pPr indent="-311150" lvl="1" marL="360001" rtl="0" algn="l">
              <a:spcBef>
                <a:spcPts val="0"/>
              </a:spcBef>
              <a:spcAft>
                <a:spcPts val="0"/>
              </a:spcAft>
              <a:buClr>
                <a:schemeClr val="dk1"/>
              </a:buClr>
              <a:buSzPts val="1300"/>
              <a:buFont typeface="Roboto Condensed"/>
              <a:buChar char="○"/>
            </a:pPr>
            <a:r>
              <a:rPr b="1" lang="vi" sz="1300">
                <a:solidFill>
                  <a:schemeClr val="dk1"/>
                </a:solidFill>
                <a:latin typeface="Roboto Condensed"/>
                <a:ea typeface="Roboto Condensed"/>
                <a:cs typeface="Roboto Condensed"/>
                <a:sym typeface="Roboto Condensed"/>
              </a:rPr>
              <a:t>Spam từ: </a:t>
            </a:r>
            <a:r>
              <a:rPr lang="vi" sz="1300">
                <a:solidFill>
                  <a:schemeClr val="dk1"/>
                </a:solidFill>
                <a:latin typeface="Roboto Condensed Light"/>
                <a:ea typeface="Roboto Condensed Light"/>
                <a:cs typeface="Roboto Condensed Light"/>
                <a:sym typeface="Roboto Condensed Light"/>
              </a:rPr>
              <a:t>Tránh lặp lại các từ vựng trong bài quá nhiều lần, sử dụng </a:t>
            </a:r>
            <a:r>
              <a:rPr lang="vi" sz="1300" u="sng">
                <a:solidFill>
                  <a:schemeClr val="hlink"/>
                </a:solidFill>
                <a:latin typeface="Roboto Condensed Light"/>
                <a:ea typeface="Roboto Condensed Light"/>
                <a:cs typeface="Roboto Condensed Light"/>
                <a:sym typeface="Roboto Condensed Light"/>
                <a:hlinkClick r:id="rId3"/>
              </a:rPr>
              <a:t>wordcounter.net</a:t>
            </a:r>
            <a:r>
              <a:rPr lang="vi" sz="1300">
                <a:solidFill>
                  <a:schemeClr val="dk1"/>
                </a:solidFill>
                <a:latin typeface="Roboto Condensed Light"/>
                <a:ea typeface="Roboto Condensed Light"/>
                <a:cs typeface="Roboto Condensed Light"/>
                <a:sym typeface="Roboto Condensed Light"/>
              </a:rPr>
              <a:t> để check. Check từng đợt x1, x2, x3, trường hợp key chính quá dài cần phải check xn </a:t>
            </a:r>
            <a:r>
              <a:rPr lang="vi" sz="1300">
                <a:solidFill>
                  <a:schemeClr val="dk1"/>
                </a:solidFill>
                <a:latin typeface="Roboto Condensed Light"/>
                <a:ea typeface="Roboto Condensed Light"/>
                <a:cs typeface="Roboto Condensed Light"/>
                <a:sym typeface="Roboto Condensed Light"/>
              </a:rPr>
              <a:t>(</a:t>
            </a:r>
            <a:r>
              <a:rPr lang="vi" sz="1300">
                <a:solidFill>
                  <a:schemeClr val="dk1"/>
                </a:solidFill>
                <a:latin typeface="Roboto Condensed Light"/>
                <a:ea typeface="Roboto Condensed Light"/>
                <a:cs typeface="Roboto Condensed Light"/>
                <a:sym typeface="Roboto Condensed Light"/>
              </a:rPr>
              <a:t>với n là số lượng từ trong key chính</a:t>
            </a:r>
            <a:r>
              <a:rPr lang="vi" sz="1300">
                <a:solidFill>
                  <a:schemeClr val="dk1"/>
                </a:solidFill>
                <a:latin typeface="Roboto Condensed Light"/>
                <a:ea typeface="Roboto Condensed Light"/>
                <a:cs typeface="Roboto Condensed Light"/>
                <a:sym typeface="Roboto Condensed Light"/>
              </a:rPr>
              <a:t>)</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Keyword hoặc các từ vựng có thể gây hiểu lầm cho GG =&gt; bỏ hoặc thay thế bằng từ khác</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Ví dụ: key trong bài là “so sánh lốp michelin và advenza” (=&gt; check xn = x6), nhưng check wordcounter thì “advenza” lại xuất hiện nhiều hơn key chính =&gt;    xem xét loại bỏ</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Nếu là từ vựng thông thường =&gt; vẫn có thể giữ</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	Ví dụ: Từ “và”, “có thể”, “tuy nhiên”,...</a:t>
            </a:r>
            <a:endParaRPr sz="1300">
              <a:solidFill>
                <a:schemeClr val="dk1"/>
              </a:solidFill>
              <a:latin typeface="Roboto Condensed Light"/>
              <a:ea typeface="Roboto Condensed Light"/>
              <a:cs typeface="Roboto Condensed Light"/>
              <a:sym typeface="Roboto Condensed Light"/>
            </a:endParaRPr>
          </a:p>
        </p:txBody>
      </p:sp>
      <p:sp>
        <p:nvSpPr>
          <p:cNvPr id="303" name="Google Shape;303;p30"/>
          <p:cNvSpPr txBox="1"/>
          <p:nvPr/>
        </p:nvSpPr>
        <p:spPr>
          <a:xfrm>
            <a:off x="513775" y="3164013"/>
            <a:ext cx="30000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Key chính là “</a:t>
            </a:r>
            <a:r>
              <a:rPr b="1" lang="vi" sz="1300">
                <a:solidFill>
                  <a:schemeClr val="dk1"/>
                </a:solidFill>
                <a:latin typeface="Roboto Condensed"/>
                <a:ea typeface="Roboto Condensed"/>
                <a:cs typeface="Roboto Condensed"/>
                <a:sym typeface="Roboto Condensed"/>
              </a:rPr>
              <a:t>lốp Michelin</a:t>
            </a:r>
            <a:r>
              <a:rPr lang="vi" sz="1300">
                <a:solidFill>
                  <a:schemeClr val="dk1"/>
                </a:solidFill>
                <a:latin typeface="Roboto Condensed Light"/>
                <a:ea typeface="Roboto Condensed Light"/>
                <a:cs typeface="Roboto Condensed Light"/>
                <a:sym typeface="Roboto Condensed Light"/>
              </a:rPr>
              <a:t>”, tuy nhiên check wordcounter các từ vựng khác lại xuất hiện nhiều hơn key chính x2, x3 =&gt; xem xét thay thế/bỏ các từ vựng xuất hiện quá nhiều</a:t>
            </a:r>
            <a:endParaRPr/>
          </a:p>
        </p:txBody>
      </p:sp>
      <p:sp>
        <p:nvSpPr>
          <p:cNvPr id="304" name="Google Shape;304;p30"/>
          <p:cNvSpPr/>
          <p:nvPr/>
        </p:nvSpPr>
        <p:spPr>
          <a:xfrm>
            <a:off x="3506050" y="3496150"/>
            <a:ext cx="989700" cy="192300"/>
          </a:xfrm>
          <a:prstGeom prst="rightArrow">
            <a:avLst>
              <a:gd fmla="val 50000" name="adj1"/>
              <a:gd fmla="val 50000" name="adj2"/>
            </a:avLst>
          </a:prstGeom>
          <a:solidFill>
            <a:srgbClr val="CC0000"/>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Condensed Light"/>
              <a:ea typeface="Roboto Condensed Light"/>
              <a:cs typeface="Roboto Condensed Light"/>
              <a:sym typeface="Roboto Condensed Light"/>
            </a:endParaRPr>
          </a:p>
        </p:txBody>
      </p:sp>
      <p:grpSp>
        <p:nvGrpSpPr>
          <p:cNvPr id="305" name="Google Shape;305;p30"/>
          <p:cNvGrpSpPr/>
          <p:nvPr/>
        </p:nvGrpSpPr>
        <p:grpSpPr>
          <a:xfrm>
            <a:off x="4572000" y="2398325"/>
            <a:ext cx="1894437" cy="2364175"/>
            <a:chOff x="4572000" y="2398325"/>
            <a:chExt cx="1894437" cy="2364175"/>
          </a:xfrm>
        </p:grpSpPr>
        <p:pic>
          <p:nvPicPr>
            <p:cNvPr id="306" name="Google Shape;306;p30"/>
            <p:cNvPicPr preferRelativeResize="0"/>
            <p:nvPr/>
          </p:nvPicPr>
          <p:blipFill>
            <a:blip r:embed="rId4">
              <a:alphaModFix/>
            </a:blip>
            <a:stretch>
              <a:fillRect/>
            </a:stretch>
          </p:blipFill>
          <p:spPr>
            <a:xfrm>
              <a:off x="4572000" y="2398325"/>
              <a:ext cx="1894437" cy="2364175"/>
            </a:xfrm>
            <a:prstGeom prst="rect">
              <a:avLst/>
            </a:prstGeom>
            <a:noFill/>
            <a:ln>
              <a:noFill/>
            </a:ln>
          </p:spPr>
        </p:pic>
        <p:sp>
          <p:nvSpPr>
            <p:cNvPr id="307" name="Google Shape;307;p30"/>
            <p:cNvSpPr/>
            <p:nvPr/>
          </p:nvSpPr>
          <p:spPr>
            <a:xfrm>
              <a:off x="4658625" y="2458225"/>
              <a:ext cx="1637700" cy="1923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Condensed Light"/>
                <a:ea typeface="Roboto Condensed Light"/>
                <a:cs typeface="Roboto Condensed Light"/>
                <a:sym typeface="Roboto Condensed Light"/>
              </a:endParaRPr>
            </a:p>
          </p:txBody>
        </p:sp>
        <p:sp>
          <p:nvSpPr>
            <p:cNvPr id="308" name="Google Shape;308;p30"/>
            <p:cNvSpPr/>
            <p:nvPr/>
          </p:nvSpPr>
          <p:spPr>
            <a:xfrm>
              <a:off x="4689375" y="4288050"/>
              <a:ext cx="1637700" cy="1923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Condensed Light"/>
                <a:ea typeface="Roboto Condensed Light"/>
                <a:cs typeface="Roboto Condensed Light"/>
                <a:sym typeface="Roboto Condensed Light"/>
              </a:endParaRPr>
            </a:p>
          </p:txBody>
        </p:sp>
      </p:grpSp>
    </p:spTree>
  </p:cSld>
  <p:clrMapOvr>
    <a:masterClrMapping/>
  </p:clrMapOvr>
  <mc:AlternateContent>
    <mc:Choice Requires="p14">
      <p:transition spd="slow" p14:dur="45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1"/>
          <p:cNvSpPr txBox="1"/>
          <p:nvPr>
            <p:ph idx="4294967295" type="title"/>
          </p:nvPr>
        </p:nvSpPr>
        <p:spPr>
          <a:xfrm>
            <a:off x="0" y="205450"/>
            <a:ext cx="2369700" cy="31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 sz="1800">
                <a:solidFill>
                  <a:schemeClr val="lt1"/>
                </a:solidFill>
              </a:rPr>
              <a:t>UNIQUE</a:t>
            </a:r>
            <a:endParaRPr sz="1800"/>
          </a:p>
        </p:txBody>
      </p:sp>
      <p:sp>
        <p:nvSpPr>
          <p:cNvPr id="314" name="Google Shape;314;p31"/>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vi"/>
              <a:t>‹#›</a:t>
            </a:fld>
            <a:endParaRPr/>
          </a:p>
        </p:txBody>
      </p:sp>
      <p:sp>
        <p:nvSpPr>
          <p:cNvPr id="315" name="Google Shape;315;p31"/>
          <p:cNvSpPr txBox="1"/>
          <p:nvPr/>
        </p:nvSpPr>
        <p:spPr>
          <a:xfrm>
            <a:off x="2261375" y="27550"/>
            <a:ext cx="6716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2000">
                <a:solidFill>
                  <a:srgbClr val="1E2A31"/>
                </a:solidFill>
                <a:highlight>
                  <a:srgbClr val="FFFFFF"/>
                </a:highlight>
                <a:latin typeface="Roboto"/>
                <a:ea typeface="Roboto"/>
                <a:cs typeface="Roboto"/>
                <a:sym typeface="Roboto"/>
              </a:rPr>
              <a:t>Trình bày</a:t>
            </a:r>
            <a:endParaRPr b="1" sz="2000">
              <a:solidFill>
                <a:srgbClr val="1E2A31"/>
              </a:solidFill>
              <a:highlight>
                <a:srgbClr val="FFFFFF"/>
              </a:highlight>
              <a:latin typeface="Roboto"/>
              <a:ea typeface="Roboto"/>
              <a:cs typeface="Roboto"/>
              <a:sym typeface="Roboto"/>
            </a:endParaRPr>
          </a:p>
        </p:txBody>
      </p:sp>
      <p:sp>
        <p:nvSpPr>
          <p:cNvPr id="316" name="Google Shape;316;p31"/>
          <p:cNvSpPr txBox="1"/>
          <p:nvPr/>
        </p:nvSpPr>
        <p:spPr>
          <a:xfrm>
            <a:off x="0" y="858425"/>
            <a:ext cx="8977800" cy="144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500">
                <a:solidFill>
                  <a:srgbClr val="CC0000"/>
                </a:solidFill>
                <a:latin typeface="Roboto Condensed"/>
                <a:ea typeface="Roboto Condensed"/>
                <a:cs typeface="Roboto Condensed"/>
                <a:sym typeface="Roboto Condensed"/>
              </a:rPr>
              <a:t>Cần tránh các lỗi:</a:t>
            </a:r>
            <a:endParaRPr b="1" sz="1500">
              <a:solidFill>
                <a:srgbClr val="CC0000"/>
              </a:solidFill>
              <a:latin typeface="Roboto Condensed"/>
              <a:ea typeface="Roboto Condensed"/>
              <a:cs typeface="Roboto Condensed"/>
              <a:sym typeface="Roboto Condensed"/>
            </a:endParaRPr>
          </a:p>
          <a:p>
            <a:pPr indent="0" lvl="0" marL="0" rtl="0" algn="l">
              <a:spcBef>
                <a:spcPts val="0"/>
              </a:spcBef>
              <a:spcAft>
                <a:spcPts val="0"/>
              </a:spcAft>
              <a:buNone/>
            </a:pPr>
            <a:r>
              <a:t/>
            </a:r>
            <a:endParaRPr b="1" sz="1500">
              <a:solidFill>
                <a:srgbClr val="CC0000"/>
              </a:solidFill>
              <a:latin typeface="Roboto Condensed"/>
              <a:ea typeface="Roboto Condensed"/>
              <a:cs typeface="Roboto Condensed"/>
              <a:sym typeface="Roboto Condensed"/>
            </a:endParaRPr>
          </a:p>
          <a:p>
            <a:pPr indent="0" lvl="0" marL="0" rtl="0" algn="l">
              <a:spcBef>
                <a:spcPts val="0"/>
              </a:spcBef>
              <a:spcAft>
                <a:spcPts val="0"/>
              </a:spcAft>
              <a:buNone/>
            </a:pPr>
            <a:r>
              <a:rPr b="1" lang="vi" sz="1300">
                <a:solidFill>
                  <a:schemeClr val="dk1"/>
                </a:solidFill>
                <a:latin typeface="Roboto Condensed"/>
                <a:ea typeface="Roboto Condensed"/>
                <a:cs typeface="Roboto Condensed"/>
                <a:sym typeface="Roboto Condensed"/>
              </a:rPr>
              <a:t>Dấu câu: </a:t>
            </a:r>
            <a:r>
              <a:rPr lang="vi" sz="1300">
                <a:solidFill>
                  <a:schemeClr val="dk1"/>
                </a:solidFill>
                <a:latin typeface="Roboto Condensed Light"/>
                <a:ea typeface="Roboto Condensed Light"/>
                <a:cs typeface="Roboto Condensed Light"/>
                <a:sym typeface="Roboto Condensed Light"/>
              </a:rPr>
              <a:t>Sau khi viết xong bài nhấn tổ hợp phím </a:t>
            </a:r>
            <a:r>
              <a:rPr lang="vi" sz="1300">
                <a:solidFill>
                  <a:srgbClr val="1277AB"/>
                </a:solidFill>
                <a:latin typeface="Roboto Condensed Light"/>
                <a:ea typeface="Roboto Condensed Light"/>
                <a:cs typeface="Roboto Condensed Light"/>
                <a:sym typeface="Roboto Condensed Light"/>
              </a:rPr>
              <a:t>Ctrl+F</a:t>
            </a:r>
            <a:r>
              <a:rPr lang="vi" sz="1300">
                <a:solidFill>
                  <a:schemeClr val="dk1"/>
                </a:solidFill>
                <a:latin typeface="Roboto Condensed Light"/>
                <a:ea typeface="Roboto Condensed Light"/>
                <a:cs typeface="Roboto Condensed Light"/>
                <a:sym typeface="Roboto Condensed Light"/>
              </a:rPr>
              <a:t> để kiểm tra các lỗi dấu câu như: </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Dư phẩy</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Dư chấm</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Dư space</a:t>
            </a:r>
            <a:endParaRPr sz="1300">
              <a:solidFill>
                <a:schemeClr val="dk1"/>
              </a:solidFill>
              <a:latin typeface="Roboto Condensed Light"/>
              <a:ea typeface="Roboto Condensed Light"/>
              <a:cs typeface="Roboto Condensed Light"/>
              <a:sym typeface="Roboto Condensed Light"/>
            </a:endParaRPr>
          </a:p>
        </p:txBody>
      </p:sp>
      <p:pic>
        <p:nvPicPr>
          <p:cNvPr id="317" name="Google Shape;317;p31"/>
          <p:cNvPicPr preferRelativeResize="0"/>
          <p:nvPr/>
        </p:nvPicPr>
        <p:blipFill>
          <a:blip r:embed="rId3">
            <a:alphaModFix/>
          </a:blip>
          <a:stretch>
            <a:fillRect/>
          </a:stretch>
        </p:blipFill>
        <p:spPr>
          <a:xfrm>
            <a:off x="2261375" y="1667038"/>
            <a:ext cx="2455750" cy="537475"/>
          </a:xfrm>
          <a:prstGeom prst="rect">
            <a:avLst/>
          </a:prstGeom>
          <a:noFill/>
          <a:ln>
            <a:noFill/>
          </a:ln>
        </p:spPr>
      </p:pic>
      <p:sp>
        <p:nvSpPr>
          <p:cNvPr id="318" name="Google Shape;318;p31"/>
          <p:cNvSpPr txBox="1"/>
          <p:nvPr/>
        </p:nvSpPr>
        <p:spPr>
          <a:xfrm>
            <a:off x="-15800" y="2305325"/>
            <a:ext cx="8649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300">
                <a:solidFill>
                  <a:schemeClr val="dk1"/>
                </a:solidFill>
                <a:latin typeface="Roboto Condensed"/>
                <a:ea typeface="Roboto Condensed"/>
                <a:cs typeface="Roboto Condensed"/>
                <a:sym typeface="Roboto Condensed"/>
              </a:rPr>
              <a:t>Chính tả: </a:t>
            </a:r>
            <a:r>
              <a:rPr lang="vi" sz="1300">
                <a:solidFill>
                  <a:schemeClr val="dk1"/>
                </a:solidFill>
                <a:latin typeface="Roboto Condensed Light"/>
                <a:ea typeface="Roboto Condensed Light"/>
                <a:cs typeface="Roboto Condensed Light"/>
                <a:sym typeface="Roboto Condensed Light"/>
              </a:rPr>
              <a:t>Lỗi cần tránh nhất, sau </a:t>
            </a:r>
            <a:r>
              <a:rPr lang="vi" sz="1300">
                <a:solidFill>
                  <a:schemeClr val="dk1"/>
                </a:solidFill>
                <a:latin typeface="Roboto Condensed Light"/>
                <a:ea typeface="Roboto Condensed Light"/>
                <a:cs typeface="Roboto Condensed Light"/>
                <a:sym typeface="Roboto Condensed Light"/>
              </a:rPr>
              <a:t>khi</a:t>
            </a:r>
            <a:r>
              <a:rPr lang="vi" sz="1300">
                <a:solidFill>
                  <a:schemeClr val="dk1"/>
                </a:solidFill>
                <a:latin typeface="Roboto Condensed Light"/>
                <a:ea typeface="Roboto Condensed Light"/>
                <a:cs typeface="Roboto Condensed Light"/>
                <a:sym typeface="Roboto Condensed Light"/>
              </a:rPr>
              <a:t> viết bài trên GGdocs, đọc qua một lượt và kiểm tra lại các từ được gạch đỏ, nếu sai =&gt; sửa</a:t>
            </a:r>
            <a:endParaRPr/>
          </a:p>
        </p:txBody>
      </p:sp>
      <p:sp>
        <p:nvSpPr>
          <p:cNvPr id="319" name="Google Shape;319;p31"/>
          <p:cNvSpPr/>
          <p:nvPr/>
        </p:nvSpPr>
        <p:spPr>
          <a:xfrm>
            <a:off x="1537925" y="1855088"/>
            <a:ext cx="546000" cy="161400"/>
          </a:xfrm>
          <a:prstGeom prst="rightArrow">
            <a:avLst>
              <a:gd fmla="val 50000" name="adj1"/>
              <a:gd fmla="val 50000" name="adj2"/>
            </a:avLst>
          </a:prstGeom>
          <a:solidFill>
            <a:srgbClr val="CC0000"/>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Condensed Light"/>
              <a:ea typeface="Roboto Condensed Light"/>
              <a:cs typeface="Roboto Condensed Light"/>
              <a:sym typeface="Roboto Condensed Light"/>
            </a:endParaRPr>
          </a:p>
        </p:txBody>
      </p:sp>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2"/>
          <p:cNvSpPr txBox="1"/>
          <p:nvPr>
            <p:ph idx="4294967295" type="title"/>
          </p:nvPr>
        </p:nvSpPr>
        <p:spPr>
          <a:xfrm>
            <a:off x="0" y="205450"/>
            <a:ext cx="2369700" cy="31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 sz="1800"/>
              <a:t>CHUẨN SEO</a:t>
            </a:r>
            <a:endParaRPr sz="1800"/>
          </a:p>
        </p:txBody>
      </p:sp>
      <p:sp>
        <p:nvSpPr>
          <p:cNvPr id="325" name="Google Shape;325;p32"/>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vi"/>
              <a:t>‹#›</a:t>
            </a:fld>
            <a:endParaRPr/>
          </a:p>
        </p:txBody>
      </p:sp>
      <p:sp>
        <p:nvSpPr>
          <p:cNvPr id="326" name="Google Shape;326;p32"/>
          <p:cNvSpPr txBox="1"/>
          <p:nvPr/>
        </p:nvSpPr>
        <p:spPr>
          <a:xfrm>
            <a:off x="2261375" y="27550"/>
            <a:ext cx="6716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2000">
                <a:solidFill>
                  <a:srgbClr val="1E2A31"/>
                </a:solidFill>
                <a:highlight>
                  <a:srgbClr val="FFFFFF"/>
                </a:highlight>
                <a:latin typeface="Roboto"/>
                <a:ea typeface="Roboto"/>
                <a:cs typeface="Roboto"/>
                <a:sym typeface="Roboto"/>
              </a:rPr>
              <a:t>Priority</a:t>
            </a:r>
            <a:endParaRPr b="1" sz="2000">
              <a:solidFill>
                <a:srgbClr val="1E2A31"/>
              </a:solidFill>
              <a:highlight>
                <a:srgbClr val="FFFFFF"/>
              </a:highlight>
              <a:latin typeface="Roboto"/>
              <a:ea typeface="Roboto"/>
              <a:cs typeface="Roboto"/>
              <a:sym typeface="Roboto"/>
            </a:endParaRPr>
          </a:p>
        </p:txBody>
      </p:sp>
      <p:sp>
        <p:nvSpPr>
          <p:cNvPr id="327" name="Google Shape;327;p32"/>
          <p:cNvSpPr txBox="1"/>
          <p:nvPr/>
        </p:nvSpPr>
        <p:spPr>
          <a:xfrm>
            <a:off x="0" y="858425"/>
            <a:ext cx="5043000" cy="321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vi" sz="1500">
                <a:solidFill>
                  <a:srgbClr val="CC0000"/>
                </a:solidFill>
                <a:latin typeface="Roboto Condensed"/>
                <a:ea typeface="Roboto Condensed"/>
                <a:cs typeface="Roboto Condensed"/>
                <a:sym typeface="Roboto Condensed"/>
              </a:rPr>
              <a:t>H2:</a:t>
            </a:r>
            <a:endParaRPr b="1" sz="1500">
              <a:solidFill>
                <a:srgbClr val="CC0000"/>
              </a:solidFill>
              <a:latin typeface="Roboto Condensed"/>
              <a:ea typeface="Roboto Condensed"/>
              <a:cs typeface="Roboto Condensed"/>
              <a:sym typeface="Roboto Condensed"/>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Key chính ưu tiên làm H2</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Bộ key có quá nhiều key vol cao =&gt; Key vol cao nhất làm H2 nhiều nhất, các key còn lại muốn sử dụng làm H2 thì phải dựa theo tỷ lệ vol của key chính</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Key chính đặt phía sau không quá 2 từ </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Ví dụ: Key FB ads</a:t>
            </a:r>
            <a:endParaRPr sz="1300">
              <a:solidFill>
                <a:schemeClr val="dk1"/>
              </a:solidFill>
              <a:latin typeface="Roboto Condensed Light"/>
              <a:ea typeface="Roboto Condensed Light"/>
              <a:cs typeface="Roboto Condensed Light"/>
              <a:sym typeface="Roboto Condensed Light"/>
            </a:endParaRPr>
          </a:p>
          <a:p>
            <a:pPr indent="0" lvl="0" marL="91440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 Cách chạy Fb ads hiệu quả =&gt; ok</a:t>
            </a:r>
            <a:endParaRPr sz="1300">
              <a:solidFill>
                <a:schemeClr val="dk1"/>
              </a:solidFill>
              <a:latin typeface="Roboto Condensed Light"/>
              <a:ea typeface="Roboto Condensed Light"/>
              <a:cs typeface="Roboto Condensed Light"/>
              <a:sym typeface="Roboto Condensed Light"/>
            </a:endParaRPr>
          </a:p>
          <a:p>
            <a:pPr indent="0" lvl="0" marL="91440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 Hướng dẫn cách chạy Fb ads hiệu quả =&gt; no</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Không được có ký tự đặc biệt: !@#$%^&amp;*-_+</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Số lượng từ mỗi H2:</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H2 đầu tiên (chứa key chính): viết dài nhất, nên ưu tiên topic </a:t>
            </a:r>
            <a:r>
              <a:rPr b="1" lang="vi" sz="1300">
                <a:solidFill>
                  <a:srgbClr val="1277AB"/>
                </a:solidFill>
                <a:latin typeface="Roboto Condensed"/>
                <a:ea typeface="Roboto Condensed"/>
                <a:cs typeface="Roboto Condensed"/>
                <a:sym typeface="Roboto Condensed"/>
              </a:rPr>
              <a:t>tự viết</a:t>
            </a:r>
            <a:endParaRPr b="1" sz="1300">
              <a:solidFill>
                <a:srgbClr val="1277AB"/>
              </a:solidFill>
              <a:latin typeface="Roboto Condensed"/>
              <a:ea typeface="Roboto Condensed"/>
              <a:cs typeface="Roboto Condensed"/>
              <a:sym typeface="Roboto Condensed"/>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Đoạn không SEO key/ key vol thấp: &gt;200 từ</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Đoạn SEO key: &gt;250 từ</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Có tối thiểu 4 H2 trong 1 bài viết</a:t>
            </a:r>
            <a:endParaRPr sz="1300">
              <a:solidFill>
                <a:schemeClr val="dk1"/>
              </a:solidFill>
              <a:latin typeface="Roboto Condensed Light"/>
              <a:ea typeface="Roboto Condensed Light"/>
              <a:cs typeface="Roboto Condensed Light"/>
              <a:sym typeface="Roboto Condensed Light"/>
            </a:endParaRPr>
          </a:p>
        </p:txBody>
      </p:sp>
      <p:grpSp>
        <p:nvGrpSpPr>
          <p:cNvPr id="328" name="Google Shape;328;p32"/>
          <p:cNvGrpSpPr/>
          <p:nvPr/>
        </p:nvGrpSpPr>
        <p:grpSpPr>
          <a:xfrm>
            <a:off x="5665796" y="1084350"/>
            <a:ext cx="2872901" cy="2303550"/>
            <a:chOff x="5327496" y="1215050"/>
            <a:chExt cx="2872901" cy="2303550"/>
          </a:xfrm>
        </p:grpSpPr>
        <p:pic>
          <p:nvPicPr>
            <p:cNvPr id="329" name="Google Shape;329;p32"/>
            <p:cNvPicPr preferRelativeResize="0"/>
            <p:nvPr/>
          </p:nvPicPr>
          <p:blipFill>
            <a:blip r:embed="rId3">
              <a:alphaModFix/>
            </a:blip>
            <a:stretch>
              <a:fillRect/>
            </a:stretch>
          </p:blipFill>
          <p:spPr>
            <a:xfrm>
              <a:off x="5327496" y="1215050"/>
              <a:ext cx="2872901" cy="2303550"/>
            </a:xfrm>
            <a:prstGeom prst="rect">
              <a:avLst/>
            </a:prstGeom>
            <a:noFill/>
            <a:ln>
              <a:noFill/>
            </a:ln>
          </p:spPr>
        </p:pic>
        <p:sp>
          <p:nvSpPr>
            <p:cNvPr id="330" name="Google Shape;330;p32"/>
            <p:cNvSpPr/>
            <p:nvPr/>
          </p:nvSpPr>
          <p:spPr>
            <a:xfrm>
              <a:off x="7511000" y="1274225"/>
              <a:ext cx="153900" cy="13302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Condensed Light"/>
                <a:ea typeface="Roboto Condensed Light"/>
                <a:cs typeface="Roboto Condensed Light"/>
                <a:sym typeface="Roboto Condensed Light"/>
              </a:endParaRPr>
            </a:p>
          </p:txBody>
        </p:sp>
      </p:grpSp>
      <p:sp>
        <p:nvSpPr>
          <p:cNvPr id="331" name="Google Shape;331;p32"/>
          <p:cNvSpPr/>
          <p:nvPr/>
        </p:nvSpPr>
        <p:spPr>
          <a:xfrm>
            <a:off x="4904650" y="1435675"/>
            <a:ext cx="761100" cy="207600"/>
          </a:xfrm>
          <a:prstGeom prst="rightArrow">
            <a:avLst>
              <a:gd fmla="val 50000" name="adj1"/>
              <a:gd fmla="val 50000" name="adj2"/>
            </a:avLst>
          </a:prstGeom>
          <a:solidFill>
            <a:srgbClr val="CC0000"/>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Condensed Light"/>
              <a:ea typeface="Roboto Condensed Light"/>
              <a:cs typeface="Roboto Condensed Light"/>
              <a:sym typeface="Roboto Condensed Light"/>
            </a:endParaRPr>
          </a:p>
        </p:txBody>
      </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3"/>
          <p:cNvSpPr txBox="1"/>
          <p:nvPr>
            <p:ph idx="4294967295" type="title"/>
          </p:nvPr>
        </p:nvSpPr>
        <p:spPr>
          <a:xfrm>
            <a:off x="0" y="205450"/>
            <a:ext cx="2369700" cy="31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 sz="1800"/>
              <a:t>CHUẨN SEO</a:t>
            </a:r>
            <a:endParaRPr sz="1800"/>
          </a:p>
        </p:txBody>
      </p:sp>
      <p:sp>
        <p:nvSpPr>
          <p:cNvPr id="337" name="Google Shape;337;p33"/>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vi"/>
              <a:t>‹#›</a:t>
            </a:fld>
            <a:endParaRPr/>
          </a:p>
        </p:txBody>
      </p:sp>
      <p:sp>
        <p:nvSpPr>
          <p:cNvPr id="338" name="Google Shape;338;p33"/>
          <p:cNvSpPr txBox="1"/>
          <p:nvPr/>
        </p:nvSpPr>
        <p:spPr>
          <a:xfrm>
            <a:off x="2261375" y="27550"/>
            <a:ext cx="6716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2000">
                <a:solidFill>
                  <a:srgbClr val="1E2A31"/>
                </a:solidFill>
                <a:highlight>
                  <a:srgbClr val="FFFFFF"/>
                </a:highlight>
                <a:latin typeface="Roboto"/>
                <a:ea typeface="Roboto"/>
                <a:cs typeface="Roboto"/>
                <a:sym typeface="Roboto"/>
              </a:rPr>
              <a:t>Priority</a:t>
            </a:r>
            <a:endParaRPr b="1" sz="2000">
              <a:solidFill>
                <a:srgbClr val="1E2A31"/>
              </a:solidFill>
              <a:highlight>
                <a:srgbClr val="FFFFFF"/>
              </a:highlight>
              <a:latin typeface="Roboto"/>
              <a:ea typeface="Roboto"/>
              <a:cs typeface="Roboto"/>
              <a:sym typeface="Roboto"/>
            </a:endParaRPr>
          </a:p>
        </p:txBody>
      </p:sp>
      <p:sp>
        <p:nvSpPr>
          <p:cNvPr id="339" name="Google Shape;339;p33"/>
          <p:cNvSpPr txBox="1"/>
          <p:nvPr/>
        </p:nvSpPr>
        <p:spPr>
          <a:xfrm>
            <a:off x="0" y="858425"/>
            <a:ext cx="89778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500">
                <a:solidFill>
                  <a:srgbClr val="CC0000"/>
                </a:solidFill>
                <a:latin typeface="Roboto Condensed"/>
                <a:ea typeface="Roboto Condensed"/>
                <a:cs typeface="Roboto Condensed"/>
                <a:sym typeface="Roboto Condensed"/>
              </a:rPr>
              <a:t>H3:</a:t>
            </a:r>
            <a:endParaRPr b="1" sz="1500">
              <a:solidFill>
                <a:srgbClr val="CC0000"/>
              </a:solidFill>
              <a:latin typeface="Roboto Condensed"/>
              <a:ea typeface="Roboto Condensed"/>
              <a:cs typeface="Roboto Condensed"/>
              <a:sym typeface="Roboto Condensed"/>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H3 có khả năng bổ sung nghĩa cho H2</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H3 = key chính + thành phần = key phụ</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Ví dụ: “lốp michelin” là key chính =&gt; “lốp Michelin thái lan, lốp Michelin chống ồn, lốp Michelin ô tô” là các key phụ</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Ưu tiên key phụ (có khả năng support cho key chính) làm H3</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Trường hợp 1 nhà có 1 key chính &amp; 1 đống key phụ (có thể làm H3) =&gt; Xem xét:</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Key phụ có vol cao (nhưng thấp hơn key chính) =&gt;H3</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Key phụ có tính liên quan, có thể khai thác sâu về nội dung =&gt; H3</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Trường hợp có 1 H3 =&gt; tạo thêm H3 giả</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H3 phải đồng bộ, nếu là H3 thật =&gt; thật hết, H3 giả =&gt; giả hết</a:t>
            </a:r>
            <a:endParaRPr sz="1300">
              <a:solidFill>
                <a:schemeClr val="dk1"/>
              </a:solidFill>
              <a:latin typeface="Roboto Condensed Light"/>
              <a:ea typeface="Roboto Condensed Light"/>
              <a:cs typeface="Roboto Condensed Light"/>
              <a:sym typeface="Roboto Condensed Light"/>
            </a:endParaRPr>
          </a:p>
        </p:txBody>
      </p:sp>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4"/>
          <p:cNvSpPr txBox="1"/>
          <p:nvPr>
            <p:ph idx="4294967295" type="title"/>
          </p:nvPr>
        </p:nvSpPr>
        <p:spPr>
          <a:xfrm>
            <a:off x="0" y="205450"/>
            <a:ext cx="2369700" cy="31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 sz="1800"/>
              <a:t>CHUẨN SEO</a:t>
            </a:r>
            <a:endParaRPr sz="1800"/>
          </a:p>
        </p:txBody>
      </p:sp>
      <p:sp>
        <p:nvSpPr>
          <p:cNvPr id="345" name="Google Shape;345;p34"/>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vi"/>
              <a:t>‹#›</a:t>
            </a:fld>
            <a:endParaRPr/>
          </a:p>
        </p:txBody>
      </p:sp>
      <p:sp>
        <p:nvSpPr>
          <p:cNvPr id="346" name="Google Shape;346;p34"/>
          <p:cNvSpPr txBox="1"/>
          <p:nvPr/>
        </p:nvSpPr>
        <p:spPr>
          <a:xfrm>
            <a:off x="2261375" y="27550"/>
            <a:ext cx="6716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2000">
                <a:solidFill>
                  <a:srgbClr val="1E2A31"/>
                </a:solidFill>
                <a:highlight>
                  <a:srgbClr val="FFFFFF"/>
                </a:highlight>
                <a:latin typeface="Roboto"/>
                <a:ea typeface="Roboto"/>
                <a:cs typeface="Roboto"/>
                <a:sym typeface="Roboto"/>
              </a:rPr>
              <a:t>Priority</a:t>
            </a:r>
            <a:endParaRPr b="1" sz="2000">
              <a:solidFill>
                <a:srgbClr val="1E2A31"/>
              </a:solidFill>
              <a:highlight>
                <a:srgbClr val="FFFFFF"/>
              </a:highlight>
              <a:latin typeface="Roboto"/>
              <a:ea typeface="Roboto"/>
              <a:cs typeface="Roboto"/>
              <a:sym typeface="Roboto"/>
            </a:endParaRPr>
          </a:p>
        </p:txBody>
      </p:sp>
      <p:sp>
        <p:nvSpPr>
          <p:cNvPr id="347" name="Google Shape;347;p34"/>
          <p:cNvSpPr txBox="1"/>
          <p:nvPr/>
        </p:nvSpPr>
        <p:spPr>
          <a:xfrm>
            <a:off x="0" y="858425"/>
            <a:ext cx="8977800" cy="227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500">
                <a:solidFill>
                  <a:srgbClr val="CC0000"/>
                </a:solidFill>
                <a:latin typeface="Roboto Condensed"/>
                <a:ea typeface="Roboto Condensed"/>
                <a:cs typeface="Roboto Condensed"/>
                <a:sym typeface="Roboto Condensed"/>
              </a:rPr>
              <a:t>Frequency</a:t>
            </a:r>
            <a:r>
              <a:rPr b="1" lang="vi" sz="1500">
                <a:solidFill>
                  <a:srgbClr val="CC0000"/>
                </a:solidFill>
                <a:latin typeface="Roboto Condensed"/>
                <a:ea typeface="Roboto Condensed"/>
                <a:cs typeface="Roboto Condensed"/>
                <a:sym typeface="Roboto Condensed"/>
              </a:rPr>
              <a:t>:</a:t>
            </a:r>
            <a:endParaRPr b="1" sz="1500">
              <a:solidFill>
                <a:srgbClr val="CC0000"/>
              </a:solidFill>
              <a:latin typeface="Roboto Condensed"/>
              <a:ea typeface="Roboto Condensed"/>
              <a:cs typeface="Roboto Condensed"/>
              <a:sym typeface="Roboto Condensed"/>
            </a:endParaRPr>
          </a:p>
          <a:p>
            <a:pPr indent="0" lvl="0" marL="0" rtl="0" algn="l">
              <a:spcBef>
                <a:spcPts val="0"/>
              </a:spcBef>
              <a:spcAft>
                <a:spcPts val="0"/>
              </a:spcAft>
              <a:buNone/>
            </a:pPr>
            <a:r>
              <a:t/>
            </a:r>
            <a:endParaRPr b="1" sz="1500">
              <a:solidFill>
                <a:srgbClr val="CC0000"/>
              </a:solidFill>
              <a:latin typeface="Roboto Condensed"/>
              <a:ea typeface="Roboto Condensed"/>
              <a:cs typeface="Roboto Condensed"/>
              <a:sym typeface="Roboto Condensed"/>
            </a:endParaRPr>
          </a:p>
          <a:p>
            <a:pPr indent="0" lvl="0" marL="0" rtl="0" algn="l">
              <a:spcBef>
                <a:spcPts val="0"/>
              </a:spcBef>
              <a:spcAft>
                <a:spcPts val="0"/>
              </a:spcAft>
              <a:buNone/>
            </a:pPr>
            <a:r>
              <a:rPr b="1" lang="vi" sz="1500">
                <a:solidFill>
                  <a:schemeClr val="dk1"/>
                </a:solidFill>
                <a:latin typeface="Roboto Condensed"/>
                <a:ea typeface="Roboto Condensed"/>
                <a:cs typeface="Roboto Condensed"/>
                <a:sym typeface="Roboto Condensed"/>
              </a:rPr>
              <a:t>Key chính</a:t>
            </a:r>
            <a:endParaRPr b="1" sz="1500">
              <a:solidFill>
                <a:schemeClr val="dk1"/>
              </a:solidFill>
              <a:latin typeface="Roboto Condensed"/>
              <a:ea typeface="Roboto Condensed"/>
              <a:cs typeface="Roboto Condensed"/>
              <a:sym typeface="Roboto Condensed"/>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Key chính tiêu chuẩn xuất hiện </a:t>
            </a:r>
            <a:r>
              <a:rPr b="1" lang="vi" sz="1300">
                <a:solidFill>
                  <a:schemeClr val="dk1"/>
                </a:solidFill>
                <a:latin typeface="Roboto Condensed"/>
                <a:ea typeface="Roboto Condensed"/>
                <a:cs typeface="Roboto Condensed"/>
                <a:sym typeface="Roboto Condensed"/>
              </a:rPr>
              <a:t>3 LẦN</a:t>
            </a:r>
            <a:r>
              <a:rPr lang="vi" sz="1300">
                <a:solidFill>
                  <a:schemeClr val="dk1"/>
                </a:solidFill>
                <a:latin typeface="Roboto Condensed Light"/>
                <a:ea typeface="Roboto Condensed Light"/>
                <a:cs typeface="Roboto Condensed Light"/>
                <a:sym typeface="Roboto Condensed Light"/>
              </a:rPr>
              <a:t>: Sapo, câu đầu tiên của H2 đầu tiên trong bài, đoạn kết</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Được đặt ở 2 dòng đầu của câu đầu tiên  và sau 2 từ đầu của đoạn.</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Xem xét tăng key chính nếu:</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Key chính vol cao hơn nhiều so với các key còn lại</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Đoạn viết dài &gt; 400 chữ</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Word counter: các key chính phải xuất hiện freq ở đầu</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	Ví dụ: Key chính là “‘Cảm biến áp suất lốp Michelin“</a:t>
            </a:r>
            <a:endParaRPr sz="1300">
              <a:solidFill>
                <a:schemeClr val="dk1"/>
              </a:solidFill>
              <a:latin typeface="Roboto Condensed Light"/>
              <a:ea typeface="Roboto Condensed Light"/>
              <a:cs typeface="Roboto Condensed Light"/>
              <a:sym typeface="Roboto Condensed Light"/>
            </a:endParaRPr>
          </a:p>
        </p:txBody>
      </p:sp>
      <p:grpSp>
        <p:nvGrpSpPr>
          <p:cNvPr id="348" name="Google Shape;348;p34"/>
          <p:cNvGrpSpPr/>
          <p:nvPr/>
        </p:nvGrpSpPr>
        <p:grpSpPr>
          <a:xfrm>
            <a:off x="2030475" y="3027079"/>
            <a:ext cx="2171650" cy="183541"/>
            <a:chOff x="2100375" y="2798438"/>
            <a:chExt cx="2171650" cy="1107000"/>
          </a:xfrm>
        </p:grpSpPr>
        <p:cxnSp>
          <p:nvCxnSpPr>
            <p:cNvPr id="349" name="Google Shape;349;p34"/>
            <p:cNvCxnSpPr/>
            <p:nvPr/>
          </p:nvCxnSpPr>
          <p:spPr>
            <a:xfrm>
              <a:off x="2100375" y="2798438"/>
              <a:ext cx="2117700" cy="1106700"/>
            </a:xfrm>
            <a:prstGeom prst="bentConnector3">
              <a:avLst>
                <a:gd fmla="val 50000" name="adj1"/>
              </a:avLst>
            </a:prstGeom>
            <a:noFill/>
            <a:ln cap="flat" cmpd="sng" w="19050">
              <a:solidFill>
                <a:srgbClr val="CC0000"/>
              </a:solidFill>
              <a:prstDash val="solid"/>
              <a:round/>
              <a:headEnd len="med" w="med" type="none"/>
              <a:tailEnd len="med" w="med" type="none"/>
            </a:ln>
          </p:spPr>
        </p:cxnSp>
        <p:cxnSp>
          <p:nvCxnSpPr>
            <p:cNvPr id="350" name="Google Shape;350;p34"/>
            <p:cNvCxnSpPr/>
            <p:nvPr/>
          </p:nvCxnSpPr>
          <p:spPr>
            <a:xfrm flipH="1" rot="10800000">
              <a:off x="3854425" y="3904838"/>
              <a:ext cx="417600" cy="600"/>
            </a:xfrm>
            <a:prstGeom prst="straightConnector1">
              <a:avLst/>
            </a:prstGeom>
            <a:noFill/>
            <a:ln cap="flat" cmpd="sng" w="9525">
              <a:solidFill>
                <a:srgbClr val="CC0000"/>
              </a:solidFill>
              <a:prstDash val="solid"/>
              <a:round/>
              <a:headEnd len="med" w="med" type="none"/>
              <a:tailEnd len="med" w="med" type="triangle"/>
            </a:ln>
          </p:spPr>
        </p:cxnSp>
      </p:grpSp>
      <p:grpSp>
        <p:nvGrpSpPr>
          <p:cNvPr id="351" name="Google Shape;351;p34"/>
          <p:cNvGrpSpPr/>
          <p:nvPr/>
        </p:nvGrpSpPr>
        <p:grpSpPr>
          <a:xfrm>
            <a:off x="4218075" y="2713125"/>
            <a:ext cx="1906200" cy="2384025"/>
            <a:chOff x="4218075" y="2713125"/>
            <a:chExt cx="1906200" cy="2384025"/>
          </a:xfrm>
        </p:grpSpPr>
        <p:pic>
          <p:nvPicPr>
            <p:cNvPr id="352" name="Google Shape;352;p34"/>
            <p:cNvPicPr preferRelativeResize="0"/>
            <p:nvPr/>
          </p:nvPicPr>
          <p:blipFill>
            <a:blip r:embed="rId3">
              <a:alphaModFix/>
            </a:blip>
            <a:stretch>
              <a:fillRect/>
            </a:stretch>
          </p:blipFill>
          <p:spPr>
            <a:xfrm>
              <a:off x="4218075" y="2713125"/>
              <a:ext cx="1906200" cy="2384025"/>
            </a:xfrm>
            <a:prstGeom prst="rect">
              <a:avLst/>
            </a:prstGeom>
            <a:noFill/>
            <a:ln>
              <a:noFill/>
            </a:ln>
          </p:spPr>
        </p:pic>
        <p:sp>
          <p:nvSpPr>
            <p:cNvPr id="353" name="Google Shape;353;p34"/>
            <p:cNvSpPr/>
            <p:nvPr/>
          </p:nvSpPr>
          <p:spPr>
            <a:xfrm>
              <a:off x="4322675" y="2924725"/>
              <a:ext cx="1666800" cy="3147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Condensed Light"/>
                <a:ea typeface="Roboto Condensed Light"/>
                <a:cs typeface="Roboto Condensed Light"/>
                <a:sym typeface="Roboto Condensed Light"/>
              </a:endParaRPr>
            </a:p>
          </p:txBody>
        </p:sp>
      </p:gr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5"/>
          <p:cNvSpPr txBox="1"/>
          <p:nvPr>
            <p:ph idx="4294967295" type="title"/>
          </p:nvPr>
        </p:nvSpPr>
        <p:spPr>
          <a:xfrm>
            <a:off x="0" y="205450"/>
            <a:ext cx="2369700" cy="31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 sz="1800"/>
              <a:t>CHUẨN SEO</a:t>
            </a:r>
            <a:endParaRPr sz="1800"/>
          </a:p>
        </p:txBody>
      </p:sp>
      <p:sp>
        <p:nvSpPr>
          <p:cNvPr id="359" name="Google Shape;359;p35"/>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vi"/>
              <a:t>‹#›</a:t>
            </a:fld>
            <a:endParaRPr/>
          </a:p>
        </p:txBody>
      </p:sp>
      <p:sp>
        <p:nvSpPr>
          <p:cNvPr id="360" name="Google Shape;360;p35"/>
          <p:cNvSpPr txBox="1"/>
          <p:nvPr/>
        </p:nvSpPr>
        <p:spPr>
          <a:xfrm>
            <a:off x="2261375" y="27550"/>
            <a:ext cx="6716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2000">
                <a:solidFill>
                  <a:srgbClr val="1E2A31"/>
                </a:solidFill>
                <a:highlight>
                  <a:srgbClr val="FFFFFF"/>
                </a:highlight>
                <a:latin typeface="Roboto"/>
                <a:ea typeface="Roboto"/>
                <a:cs typeface="Roboto"/>
                <a:sym typeface="Roboto"/>
              </a:rPr>
              <a:t>Priority</a:t>
            </a:r>
            <a:endParaRPr b="1" sz="2000">
              <a:solidFill>
                <a:srgbClr val="1E2A31"/>
              </a:solidFill>
              <a:highlight>
                <a:srgbClr val="FFFFFF"/>
              </a:highlight>
              <a:latin typeface="Roboto"/>
              <a:ea typeface="Roboto"/>
              <a:cs typeface="Roboto"/>
              <a:sym typeface="Roboto"/>
            </a:endParaRPr>
          </a:p>
        </p:txBody>
      </p:sp>
      <p:sp>
        <p:nvSpPr>
          <p:cNvPr id="361" name="Google Shape;361;p35"/>
          <p:cNvSpPr txBox="1"/>
          <p:nvPr/>
        </p:nvSpPr>
        <p:spPr>
          <a:xfrm>
            <a:off x="0" y="858425"/>
            <a:ext cx="45720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500">
                <a:solidFill>
                  <a:srgbClr val="CC0000"/>
                </a:solidFill>
                <a:latin typeface="Roboto Condensed"/>
                <a:ea typeface="Roboto Condensed"/>
                <a:cs typeface="Roboto Condensed"/>
                <a:sym typeface="Roboto Condensed"/>
              </a:rPr>
              <a:t>Frequency:</a:t>
            </a:r>
            <a:endParaRPr b="1" sz="1500">
              <a:solidFill>
                <a:srgbClr val="CC0000"/>
              </a:solidFill>
              <a:latin typeface="Roboto Condensed"/>
              <a:ea typeface="Roboto Condensed"/>
              <a:cs typeface="Roboto Condensed"/>
              <a:sym typeface="Roboto Condensed"/>
            </a:endParaRPr>
          </a:p>
          <a:p>
            <a:pPr indent="0" lvl="0" marL="0" rtl="0" algn="l">
              <a:spcBef>
                <a:spcPts val="0"/>
              </a:spcBef>
              <a:spcAft>
                <a:spcPts val="0"/>
              </a:spcAft>
              <a:buNone/>
            </a:pPr>
            <a:r>
              <a:t/>
            </a:r>
            <a:endParaRPr b="1" sz="1500">
              <a:solidFill>
                <a:srgbClr val="CC0000"/>
              </a:solidFill>
              <a:latin typeface="Roboto Condensed"/>
              <a:ea typeface="Roboto Condensed"/>
              <a:cs typeface="Roboto Condensed"/>
              <a:sym typeface="Roboto Condensed"/>
            </a:endParaRPr>
          </a:p>
          <a:p>
            <a:pPr indent="0" lvl="0" marL="0" rtl="0" algn="l">
              <a:spcBef>
                <a:spcPts val="0"/>
              </a:spcBef>
              <a:spcAft>
                <a:spcPts val="0"/>
              </a:spcAft>
              <a:buNone/>
            </a:pPr>
            <a:r>
              <a:rPr b="1" lang="vi" sz="1500">
                <a:solidFill>
                  <a:schemeClr val="dk1"/>
                </a:solidFill>
                <a:latin typeface="Roboto Condensed"/>
                <a:ea typeface="Roboto Condensed"/>
                <a:cs typeface="Roboto Condensed"/>
                <a:sym typeface="Roboto Condensed"/>
              </a:rPr>
              <a:t>Key phụ</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Số lần xuất hiện dựa trên tỷ lệ vol so với key chính</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Ví dụ: Key chính vol 800 xuất hiện 6 lần =&gt; key phụ vol 200 xuất hiện khoảng 1 - 2 lần</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Key phụ xuất hiện ở sapo và kết dưới dạng thành phần, ko cần full nếu vol thấp </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Ví dụ: key chính là lốp Michelin, key phụ là lốp Michelin chính hãng </a:t>
            </a:r>
            <a:endParaRPr sz="1300">
              <a:solidFill>
                <a:schemeClr val="dk1"/>
              </a:solidFill>
              <a:latin typeface="Roboto Condensed Light"/>
              <a:ea typeface="Roboto Condensed Light"/>
              <a:cs typeface="Roboto Condensed Light"/>
              <a:sym typeface="Roboto Condensed Light"/>
            </a:endParaRPr>
          </a:p>
          <a:p>
            <a:pPr indent="45720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=&gt; kết luận chỉ cần xuất hiện “chính hãng”</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Key phụ: xuất hiện ít hơn key chính tùy theo tỷ lệ vol</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Vol &gt; 50% so với key chính =&gt; có thể được dùng làm H2</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Lưu ý: </a:t>
            </a:r>
            <a:r>
              <a:rPr lang="vi" sz="1300">
                <a:solidFill>
                  <a:schemeClr val="dk1"/>
                </a:solidFill>
                <a:latin typeface="Roboto Condensed Light"/>
                <a:ea typeface="Roboto Condensed Light"/>
                <a:cs typeface="Roboto Condensed Light"/>
                <a:sym typeface="Roboto Condensed Light"/>
              </a:rPr>
              <a:t> 250 từ &lt;</a:t>
            </a:r>
            <a:r>
              <a:rPr lang="vi" sz="1300">
                <a:solidFill>
                  <a:schemeClr val="dk1"/>
                </a:solidFill>
                <a:latin typeface="Roboto Condensed Light"/>
                <a:ea typeface="Roboto Condensed Light"/>
                <a:cs typeface="Roboto Condensed Light"/>
                <a:sym typeface="Roboto Condensed Light"/>
              </a:rPr>
              <a:t> số lượng từ trong đoạn H2 SEO key phụ &lt; ⅔ số lượng từ trong đoạn H2 chứa key chính </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Clr>
                <a:schemeClr val="dk1"/>
              </a:buClr>
              <a:buSzPts val="1100"/>
              <a:buFont typeface="Arial"/>
              <a:buNone/>
            </a:pPr>
            <a:r>
              <a:rPr lang="vi" sz="1300">
                <a:solidFill>
                  <a:schemeClr val="dk1"/>
                </a:solidFill>
                <a:latin typeface="Roboto Condensed Light"/>
                <a:ea typeface="Roboto Condensed Light"/>
                <a:cs typeface="Roboto Condensed Light"/>
                <a:sym typeface="Roboto Condensed Light"/>
              </a:rPr>
              <a:t>Lưu ý: Đếm tần suất: Ko tính Title,H1,H2,H3</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300">
              <a:solidFill>
                <a:schemeClr val="dk1"/>
              </a:solidFill>
              <a:latin typeface="Roboto Condensed Light"/>
              <a:ea typeface="Roboto Condensed Light"/>
              <a:cs typeface="Roboto Condensed Light"/>
              <a:sym typeface="Roboto Condensed Light"/>
            </a:endParaRPr>
          </a:p>
        </p:txBody>
      </p:sp>
      <p:pic>
        <p:nvPicPr>
          <p:cNvPr id="362" name="Google Shape;362;p35"/>
          <p:cNvPicPr preferRelativeResize="0"/>
          <p:nvPr/>
        </p:nvPicPr>
        <p:blipFill>
          <a:blip r:embed="rId3">
            <a:alphaModFix/>
          </a:blip>
          <a:stretch>
            <a:fillRect/>
          </a:stretch>
        </p:blipFill>
        <p:spPr>
          <a:xfrm>
            <a:off x="4750443" y="4041198"/>
            <a:ext cx="3011268" cy="603099"/>
          </a:xfrm>
          <a:prstGeom prst="rect">
            <a:avLst/>
          </a:prstGeom>
          <a:noFill/>
          <a:ln>
            <a:noFill/>
          </a:ln>
        </p:spPr>
      </p:pic>
      <p:grpSp>
        <p:nvGrpSpPr>
          <p:cNvPr id="363" name="Google Shape;363;p35"/>
          <p:cNvGrpSpPr/>
          <p:nvPr/>
        </p:nvGrpSpPr>
        <p:grpSpPr>
          <a:xfrm>
            <a:off x="5198201" y="670035"/>
            <a:ext cx="2115736" cy="3167855"/>
            <a:chOff x="4422114" y="632500"/>
            <a:chExt cx="2251262" cy="3623304"/>
          </a:xfrm>
        </p:grpSpPr>
        <p:pic>
          <p:nvPicPr>
            <p:cNvPr id="364" name="Google Shape;364;p35"/>
            <p:cNvPicPr preferRelativeResize="0"/>
            <p:nvPr/>
          </p:nvPicPr>
          <p:blipFill>
            <a:blip r:embed="rId4">
              <a:alphaModFix/>
            </a:blip>
            <a:stretch>
              <a:fillRect/>
            </a:stretch>
          </p:blipFill>
          <p:spPr>
            <a:xfrm>
              <a:off x="4422114" y="632500"/>
              <a:ext cx="2251262" cy="3062315"/>
            </a:xfrm>
            <a:prstGeom prst="rect">
              <a:avLst/>
            </a:prstGeom>
            <a:noFill/>
            <a:ln>
              <a:noFill/>
            </a:ln>
          </p:spPr>
        </p:pic>
        <p:pic>
          <p:nvPicPr>
            <p:cNvPr id="365" name="Google Shape;365;p35"/>
            <p:cNvPicPr preferRelativeResize="0"/>
            <p:nvPr/>
          </p:nvPicPr>
          <p:blipFill>
            <a:blip r:embed="rId5">
              <a:alphaModFix/>
            </a:blip>
            <a:stretch>
              <a:fillRect/>
            </a:stretch>
          </p:blipFill>
          <p:spPr>
            <a:xfrm>
              <a:off x="4422124" y="3662455"/>
              <a:ext cx="2251230" cy="593349"/>
            </a:xfrm>
            <a:prstGeom prst="rect">
              <a:avLst/>
            </a:prstGeom>
            <a:noFill/>
            <a:ln>
              <a:noFill/>
            </a:ln>
          </p:spPr>
        </p:pic>
      </p:grpSp>
      <p:cxnSp>
        <p:nvCxnSpPr>
          <p:cNvPr id="366" name="Google Shape;366;p35"/>
          <p:cNvCxnSpPr>
            <a:stCxn id="365" idx="2"/>
            <a:endCxn id="362" idx="0"/>
          </p:cNvCxnSpPr>
          <p:nvPr/>
        </p:nvCxnSpPr>
        <p:spPr>
          <a:xfrm>
            <a:off x="6256063" y="3837890"/>
            <a:ext cx="0" cy="203400"/>
          </a:xfrm>
          <a:prstGeom prst="straightConnector1">
            <a:avLst/>
          </a:prstGeom>
          <a:noFill/>
          <a:ln cap="flat" cmpd="sng" w="19050">
            <a:solidFill>
              <a:srgbClr val="CC0000"/>
            </a:solidFill>
            <a:prstDash val="solid"/>
            <a:round/>
            <a:headEnd len="med" w="med" type="none"/>
            <a:tailEnd len="med" w="med" type="triangle"/>
          </a:ln>
        </p:spPr>
      </p:cxnSp>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6"/>
          <p:cNvSpPr txBox="1"/>
          <p:nvPr>
            <p:ph idx="4294967295" type="title"/>
          </p:nvPr>
        </p:nvSpPr>
        <p:spPr>
          <a:xfrm>
            <a:off x="0" y="205450"/>
            <a:ext cx="2369700" cy="31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 sz="1800"/>
              <a:t>CHUẨN SEO</a:t>
            </a:r>
            <a:endParaRPr sz="1800"/>
          </a:p>
        </p:txBody>
      </p:sp>
      <p:sp>
        <p:nvSpPr>
          <p:cNvPr id="372" name="Google Shape;372;p36"/>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vi"/>
              <a:t>‹#›</a:t>
            </a:fld>
            <a:endParaRPr/>
          </a:p>
        </p:txBody>
      </p:sp>
      <p:sp>
        <p:nvSpPr>
          <p:cNvPr id="373" name="Google Shape;373;p36"/>
          <p:cNvSpPr txBox="1"/>
          <p:nvPr/>
        </p:nvSpPr>
        <p:spPr>
          <a:xfrm>
            <a:off x="2261375" y="27550"/>
            <a:ext cx="6716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2000">
                <a:solidFill>
                  <a:srgbClr val="1E2A31"/>
                </a:solidFill>
                <a:highlight>
                  <a:srgbClr val="FFFFFF"/>
                </a:highlight>
                <a:latin typeface="Roboto"/>
                <a:ea typeface="Roboto"/>
                <a:cs typeface="Roboto"/>
                <a:sym typeface="Roboto"/>
              </a:rPr>
              <a:t>Priority</a:t>
            </a:r>
            <a:endParaRPr b="1" sz="2000">
              <a:solidFill>
                <a:srgbClr val="1E2A31"/>
              </a:solidFill>
              <a:highlight>
                <a:srgbClr val="FFFFFF"/>
              </a:highlight>
              <a:latin typeface="Roboto"/>
              <a:ea typeface="Roboto"/>
              <a:cs typeface="Roboto"/>
              <a:sym typeface="Roboto"/>
            </a:endParaRPr>
          </a:p>
        </p:txBody>
      </p:sp>
      <p:sp>
        <p:nvSpPr>
          <p:cNvPr id="374" name="Google Shape;374;p36"/>
          <p:cNvSpPr txBox="1"/>
          <p:nvPr/>
        </p:nvSpPr>
        <p:spPr>
          <a:xfrm>
            <a:off x="83100" y="670525"/>
            <a:ext cx="8977800" cy="287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500">
                <a:solidFill>
                  <a:srgbClr val="CC0000"/>
                </a:solidFill>
                <a:latin typeface="Roboto Condensed"/>
                <a:ea typeface="Roboto Condensed"/>
                <a:cs typeface="Roboto Condensed"/>
                <a:sym typeface="Roboto Condensed"/>
              </a:rPr>
              <a:t>Bold</a:t>
            </a:r>
            <a:r>
              <a:rPr b="1" lang="vi" sz="1500">
                <a:solidFill>
                  <a:srgbClr val="CC0000"/>
                </a:solidFill>
                <a:latin typeface="Roboto Condensed"/>
                <a:ea typeface="Roboto Condensed"/>
                <a:cs typeface="Roboto Condensed"/>
                <a:sym typeface="Roboto Condensed"/>
              </a:rPr>
              <a:t>:</a:t>
            </a:r>
            <a:endParaRPr b="1" sz="1500">
              <a:solidFill>
                <a:srgbClr val="CC0000"/>
              </a:solidFill>
              <a:latin typeface="Roboto Condensed"/>
              <a:ea typeface="Roboto Condensed"/>
              <a:cs typeface="Roboto Condensed"/>
              <a:sym typeface="Roboto Condensed"/>
            </a:endParaRPr>
          </a:p>
          <a:p>
            <a:pPr indent="0" lvl="0" marL="0" rtl="0" algn="l">
              <a:spcBef>
                <a:spcPts val="0"/>
              </a:spcBef>
              <a:spcAft>
                <a:spcPts val="0"/>
              </a:spcAft>
              <a:buNone/>
            </a:pPr>
            <a:r>
              <a:rPr b="1" lang="vi" sz="1500">
                <a:solidFill>
                  <a:schemeClr val="dk1"/>
                </a:solidFill>
                <a:latin typeface="Roboto Condensed"/>
                <a:ea typeface="Roboto Condensed"/>
                <a:cs typeface="Roboto Condensed"/>
                <a:sym typeface="Roboto Condensed"/>
              </a:rPr>
              <a:t>Key chính</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Bắt buộc bold ở H2 đầu tiên trong bài</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Tiêu chuẩn: 3 lần (gồm 2 lần ở thân bài, 1 lần ở kết.</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Xem xét tăng/ giảm bold dựa trên mức độ khó của key và vol</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b="1" lang="vi" sz="1500">
                <a:solidFill>
                  <a:schemeClr val="dk1"/>
                </a:solidFill>
                <a:latin typeface="Roboto Condensed"/>
                <a:ea typeface="Roboto Condensed"/>
                <a:cs typeface="Roboto Condensed"/>
                <a:sym typeface="Roboto Condensed"/>
              </a:rPr>
              <a:t>Key phụ</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Bold ở mỗi đoạn trong thân bài (nếu đoạn &lt;250 chữ và vol key ko cao =&gt; không cần bold)</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Lưu ý đếm bold: Ko tính trong sapo (vì sapo bold cả đoạn mà) &amp; Ko tính key bên trong, ví dụ nếu bold nguyên cụm "nón bảo hiểm in logo giá rẻ" thì:</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Bold của "nón bảo hiểm in logo giá rẻ": 1</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Bold của "nón bảo hiểm in logo": 0</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300">
              <a:solidFill>
                <a:schemeClr val="dk1"/>
              </a:solidFill>
              <a:latin typeface="Roboto Condensed Light"/>
              <a:ea typeface="Roboto Condensed Light"/>
              <a:cs typeface="Roboto Condensed Light"/>
              <a:sym typeface="Roboto Condensed Light"/>
            </a:endParaRPr>
          </a:p>
        </p:txBody>
      </p:sp>
      <p:grpSp>
        <p:nvGrpSpPr>
          <p:cNvPr id="375" name="Google Shape;375;p36"/>
          <p:cNvGrpSpPr/>
          <p:nvPr/>
        </p:nvGrpSpPr>
        <p:grpSpPr>
          <a:xfrm>
            <a:off x="0" y="3265869"/>
            <a:ext cx="6882284" cy="1877638"/>
            <a:chOff x="0" y="2835975"/>
            <a:chExt cx="6789941" cy="1667825"/>
          </a:xfrm>
        </p:grpSpPr>
        <p:pic>
          <p:nvPicPr>
            <p:cNvPr id="376" name="Google Shape;376;p36"/>
            <p:cNvPicPr preferRelativeResize="0"/>
            <p:nvPr/>
          </p:nvPicPr>
          <p:blipFill>
            <a:blip r:embed="rId3">
              <a:alphaModFix/>
            </a:blip>
            <a:stretch>
              <a:fillRect/>
            </a:stretch>
          </p:blipFill>
          <p:spPr>
            <a:xfrm>
              <a:off x="0" y="2835975"/>
              <a:ext cx="6789941" cy="1667825"/>
            </a:xfrm>
            <a:prstGeom prst="rect">
              <a:avLst/>
            </a:prstGeom>
            <a:noFill/>
            <a:ln>
              <a:noFill/>
            </a:ln>
          </p:spPr>
        </p:pic>
        <p:sp>
          <p:nvSpPr>
            <p:cNvPr id="377" name="Google Shape;377;p36"/>
            <p:cNvSpPr/>
            <p:nvPr/>
          </p:nvSpPr>
          <p:spPr>
            <a:xfrm>
              <a:off x="3962800" y="2836025"/>
              <a:ext cx="213300" cy="16677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Condensed Light"/>
                <a:ea typeface="Roboto Condensed Light"/>
                <a:cs typeface="Roboto Condensed Light"/>
                <a:sym typeface="Roboto Condensed Light"/>
              </a:endParaRPr>
            </a:p>
          </p:txBody>
        </p:sp>
      </p:grpSp>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7"/>
          <p:cNvSpPr txBox="1"/>
          <p:nvPr>
            <p:ph idx="4294967295" type="title"/>
          </p:nvPr>
        </p:nvSpPr>
        <p:spPr>
          <a:xfrm>
            <a:off x="0" y="205450"/>
            <a:ext cx="2369700" cy="31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 sz="1800"/>
              <a:t>CHUẨN SEO</a:t>
            </a:r>
            <a:endParaRPr sz="1800"/>
          </a:p>
        </p:txBody>
      </p:sp>
      <p:sp>
        <p:nvSpPr>
          <p:cNvPr id="383" name="Google Shape;383;p37"/>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vi"/>
              <a:t>‹#›</a:t>
            </a:fld>
            <a:endParaRPr/>
          </a:p>
        </p:txBody>
      </p:sp>
      <p:sp>
        <p:nvSpPr>
          <p:cNvPr id="384" name="Google Shape;384;p37"/>
          <p:cNvSpPr txBox="1"/>
          <p:nvPr/>
        </p:nvSpPr>
        <p:spPr>
          <a:xfrm>
            <a:off x="2261375" y="27550"/>
            <a:ext cx="6716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2000">
                <a:solidFill>
                  <a:srgbClr val="1E2A31"/>
                </a:solidFill>
                <a:highlight>
                  <a:srgbClr val="FFFFFF"/>
                </a:highlight>
                <a:latin typeface="Roboto"/>
                <a:ea typeface="Roboto"/>
                <a:cs typeface="Roboto"/>
                <a:sym typeface="Roboto"/>
              </a:rPr>
              <a:t>Focus</a:t>
            </a:r>
            <a:endParaRPr b="1" sz="2000">
              <a:solidFill>
                <a:srgbClr val="1E2A31"/>
              </a:solidFill>
              <a:highlight>
                <a:srgbClr val="FFFFFF"/>
              </a:highlight>
              <a:latin typeface="Roboto"/>
              <a:ea typeface="Roboto"/>
              <a:cs typeface="Roboto"/>
              <a:sym typeface="Roboto"/>
            </a:endParaRPr>
          </a:p>
        </p:txBody>
      </p:sp>
      <p:sp>
        <p:nvSpPr>
          <p:cNvPr id="385" name="Google Shape;385;p37"/>
          <p:cNvSpPr txBox="1"/>
          <p:nvPr/>
        </p:nvSpPr>
        <p:spPr>
          <a:xfrm>
            <a:off x="180750" y="788375"/>
            <a:ext cx="8782500" cy="1985700"/>
          </a:xfrm>
          <a:prstGeom prst="rect">
            <a:avLst/>
          </a:prstGeom>
          <a:noFill/>
          <a:ln>
            <a:noFill/>
          </a:ln>
        </p:spPr>
        <p:txBody>
          <a:bodyPr anchorCtr="0" anchor="t" bIns="91425" lIns="91425" spcFirstLastPara="1" rIns="91425" wrap="square" tIns="91425">
            <a:spAutoFit/>
          </a:bodyPr>
          <a:lstStyle/>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1 đoạn H2/H3 </a:t>
            </a:r>
            <a:r>
              <a:rPr b="1" lang="vi" sz="1300">
                <a:solidFill>
                  <a:schemeClr val="dk1"/>
                </a:solidFill>
                <a:latin typeface="Roboto Condensed"/>
                <a:ea typeface="Roboto Condensed"/>
                <a:cs typeface="Roboto Condensed"/>
                <a:sym typeface="Roboto Condensed"/>
              </a:rPr>
              <a:t>chỉ có thể</a:t>
            </a:r>
            <a:r>
              <a:rPr lang="vi" sz="1300">
                <a:solidFill>
                  <a:schemeClr val="dk1"/>
                </a:solidFill>
                <a:latin typeface="Roboto Condensed Light"/>
                <a:ea typeface="Roboto Condensed Light"/>
                <a:cs typeface="Roboto Condensed Light"/>
                <a:sym typeface="Roboto Condensed Light"/>
              </a:rPr>
              <a:t> xuất hiện key trong cùng 1 nhà</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Thành phần của key thuộc nhà A không được xuất hiện trong đoạn nội dung của nhà B</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Ví dụ: Nhà A có key “Mũ bảo hiểm chống nắng”, nhà B có key “Mũ bảo hiểm có kính râm” =&gt; chữ “kính râm” không được xuất hiện trong các đoạn nội dung của nhà A</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Nhà nào phải SEO key của nhà đó, key nhà này </a:t>
            </a:r>
            <a:r>
              <a:rPr lang="vi" sz="1300">
                <a:solidFill>
                  <a:schemeClr val="dk1"/>
                </a:solidFill>
                <a:latin typeface="Roboto Condensed Light"/>
                <a:ea typeface="Roboto Condensed Light"/>
                <a:cs typeface="Roboto Condensed Light"/>
                <a:sym typeface="Roboto Condensed Light"/>
              </a:rPr>
              <a:t>không</a:t>
            </a:r>
            <a:r>
              <a:rPr lang="vi" sz="1300">
                <a:solidFill>
                  <a:schemeClr val="dk1"/>
                </a:solidFill>
                <a:latin typeface="Roboto Condensed Light"/>
                <a:ea typeface="Roboto Condensed Light"/>
                <a:cs typeface="Roboto Condensed Light"/>
                <a:sym typeface="Roboto Condensed Light"/>
              </a:rPr>
              <a:t> được xuất hiện ở nhà khác trừ trường hợp thật sự cần thiết</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Trường hợp đoạn H2 muốn xuất hiện key của nhà khác phải đáp ứng các điều kiện:</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Key phải xuất hiện và được chuẩn SEO ở đoạn H2 trước đó</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Key được lặp lại phải thật sự cần thiết, có tính liên quan và logic</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300">
              <a:solidFill>
                <a:schemeClr val="dk1"/>
              </a:solidFill>
              <a:latin typeface="Roboto Condensed Light"/>
              <a:ea typeface="Roboto Condensed Light"/>
              <a:cs typeface="Roboto Condensed Light"/>
              <a:sym typeface="Roboto Condensed Light"/>
            </a:endParaRPr>
          </a:p>
        </p:txBody>
      </p:sp>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8"/>
          <p:cNvSpPr txBox="1"/>
          <p:nvPr>
            <p:ph idx="4294967295" type="title"/>
          </p:nvPr>
        </p:nvSpPr>
        <p:spPr>
          <a:xfrm>
            <a:off x="0" y="205450"/>
            <a:ext cx="2369700" cy="31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 sz="1800"/>
              <a:t>CHUẨN SEO</a:t>
            </a:r>
            <a:endParaRPr sz="1800"/>
          </a:p>
        </p:txBody>
      </p:sp>
      <p:sp>
        <p:nvSpPr>
          <p:cNvPr id="391" name="Google Shape;391;p38"/>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vi"/>
              <a:t>‹#›</a:t>
            </a:fld>
            <a:endParaRPr/>
          </a:p>
        </p:txBody>
      </p:sp>
      <p:sp>
        <p:nvSpPr>
          <p:cNvPr id="392" name="Google Shape;392;p38"/>
          <p:cNvSpPr txBox="1"/>
          <p:nvPr/>
        </p:nvSpPr>
        <p:spPr>
          <a:xfrm>
            <a:off x="2261375" y="27550"/>
            <a:ext cx="6716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2000">
                <a:solidFill>
                  <a:srgbClr val="1E2A31"/>
                </a:solidFill>
                <a:highlight>
                  <a:srgbClr val="FFFFFF"/>
                </a:highlight>
                <a:latin typeface="Roboto"/>
                <a:ea typeface="Roboto"/>
                <a:cs typeface="Roboto"/>
                <a:sym typeface="Roboto"/>
              </a:rPr>
              <a:t>Sapo &amp; đoạn kết</a:t>
            </a:r>
            <a:endParaRPr b="1" sz="2000">
              <a:solidFill>
                <a:srgbClr val="1E2A31"/>
              </a:solidFill>
              <a:highlight>
                <a:srgbClr val="FFFFFF"/>
              </a:highlight>
              <a:latin typeface="Roboto"/>
              <a:ea typeface="Roboto"/>
              <a:cs typeface="Roboto"/>
              <a:sym typeface="Roboto"/>
            </a:endParaRPr>
          </a:p>
        </p:txBody>
      </p:sp>
      <p:sp>
        <p:nvSpPr>
          <p:cNvPr id="393" name="Google Shape;393;p38"/>
          <p:cNvSpPr txBox="1"/>
          <p:nvPr/>
        </p:nvSpPr>
        <p:spPr>
          <a:xfrm>
            <a:off x="180750" y="788375"/>
            <a:ext cx="8782500" cy="304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500">
                <a:solidFill>
                  <a:srgbClr val="CC0000"/>
                </a:solidFill>
                <a:latin typeface="Roboto Condensed"/>
                <a:ea typeface="Roboto Condensed"/>
                <a:cs typeface="Roboto Condensed"/>
                <a:sym typeface="Roboto Condensed"/>
              </a:rPr>
              <a:t>Sapo</a:t>
            </a:r>
            <a:r>
              <a:rPr b="1" lang="vi" sz="1500">
                <a:solidFill>
                  <a:srgbClr val="CC0000"/>
                </a:solidFill>
                <a:latin typeface="Roboto Condensed"/>
                <a:ea typeface="Roboto Condensed"/>
                <a:cs typeface="Roboto Condensed"/>
                <a:sym typeface="Roboto Condensed"/>
              </a:rPr>
              <a:t>:</a:t>
            </a:r>
            <a:endParaRPr b="1" sz="1500">
              <a:solidFill>
                <a:srgbClr val="CC0000"/>
              </a:solidFill>
              <a:latin typeface="Roboto Condensed"/>
              <a:ea typeface="Roboto Condensed"/>
              <a:cs typeface="Roboto Condensed"/>
              <a:sym typeface="Roboto Condensed"/>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Số lượng từ: </a:t>
            </a:r>
            <a:r>
              <a:rPr b="1" lang="vi" sz="1300">
                <a:solidFill>
                  <a:schemeClr val="dk1"/>
                </a:solidFill>
                <a:latin typeface="Roboto Condensed"/>
                <a:ea typeface="Roboto Condensed"/>
                <a:cs typeface="Roboto Condensed"/>
                <a:sym typeface="Roboto Condensed"/>
              </a:rPr>
              <a:t>&lt;150 từ</a:t>
            </a:r>
            <a:r>
              <a:rPr lang="vi" sz="1300">
                <a:solidFill>
                  <a:schemeClr val="dk1"/>
                </a:solidFill>
                <a:latin typeface="Roboto Condensed Light"/>
                <a:ea typeface="Roboto Condensed Light"/>
                <a:cs typeface="Roboto Condensed Light"/>
                <a:sym typeface="Roboto Condensed Light"/>
              </a:rPr>
              <a:t>/ đoạn sapo</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Chứa key chính, key phụ vol cao (&gt;50% so với key chính), thành phần các key phụ còn lại</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Từ khoá chính xuất hiện trong 150 ký tự đầu tiên (2 dòng đầu tiên)</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a:buChar char="○"/>
            </a:pPr>
            <a:r>
              <a:rPr lang="vi" sz="1300">
                <a:solidFill>
                  <a:schemeClr val="dk1"/>
                </a:solidFill>
                <a:latin typeface="Roboto Condensed Light"/>
                <a:ea typeface="Roboto Condensed Light"/>
                <a:cs typeface="Roboto Condensed Light"/>
                <a:sym typeface="Roboto Condensed Light"/>
              </a:rPr>
              <a:t>Trả lời đúng search intent bằng cách thể hiện, tổng hợp nội dung bài hoặc nêu một số lý do nên đọc bài</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a:buChar char="○"/>
            </a:pPr>
            <a:r>
              <a:rPr lang="vi" sz="1300">
                <a:solidFill>
                  <a:schemeClr val="dk1"/>
                </a:solidFill>
                <a:latin typeface="Roboto Condensed Light"/>
                <a:ea typeface="Roboto Condensed Light"/>
                <a:cs typeface="Roboto Condensed Light"/>
                <a:sym typeface="Roboto Condensed Light"/>
              </a:rPr>
              <a:t>Bôi đậm đoạn Sapo</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b="1" lang="vi" sz="1500">
                <a:solidFill>
                  <a:srgbClr val="CC0000"/>
                </a:solidFill>
                <a:latin typeface="Roboto Condensed"/>
                <a:ea typeface="Roboto Condensed"/>
                <a:cs typeface="Roboto Condensed"/>
                <a:sym typeface="Roboto Condensed"/>
              </a:rPr>
              <a:t>Đoạn kết:</a:t>
            </a:r>
            <a:endParaRPr b="1" sz="1500">
              <a:solidFill>
                <a:srgbClr val="CC0000"/>
              </a:solidFill>
              <a:latin typeface="Roboto Condensed"/>
              <a:ea typeface="Roboto Condensed"/>
              <a:cs typeface="Roboto Condensed"/>
              <a:sym typeface="Roboto Condensed"/>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Số lượng từ: </a:t>
            </a:r>
            <a:r>
              <a:rPr b="1" lang="vi" sz="1300">
                <a:solidFill>
                  <a:schemeClr val="dk1"/>
                </a:solidFill>
                <a:latin typeface="Roboto Condensed"/>
                <a:ea typeface="Roboto Condensed"/>
                <a:cs typeface="Roboto Condensed"/>
                <a:sym typeface="Roboto Condensed"/>
              </a:rPr>
              <a:t>&lt;150 từ</a:t>
            </a:r>
            <a:r>
              <a:rPr lang="vi" sz="1300">
                <a:solidFill>
                  <a:schemeClr val="dk1"/>
                </a:solidFill>
                <a:latin typeface="Roboto Condensed Light"/>
                <a:ea typeface="Roboto Condensed Light"/>
                <a:cs typeface="Roboto Condensed Light"/>
                <a:sym typeface="Roboto Condensed Light"/>
              </a:rPr>
              <a:t>/ đoạn sapo</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Chứa key chính, key phụ vol cao (&gt;50% so với key chính), thành phần các key phụ còn lại</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Từ khóa chính xuất hiện ở 150 ký tự đầu tiên (2 dòng đầu tiên)</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Tóm tắt, đánh giá được toàn bộ bài viết</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Có đoạn kết bài tổng kết vấn đề cần truyền tải</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Thêm lời kêu gọi hành động (nếu có)</a:t>
            </a:r>
            <a:endParaRPr sz="1300">
              <a:solidFill>
                <a:schemeClr val="dk1"/>
              </a:solidFill>
              <a:latin typeface="Roboto Condensed Light"/>
              <a:ea typeface="Roboto Condensed Light"/>
              <a:cs typeface="Roboto Condensed Light"/>
              <a:sym typeface="Roboto Condensed Light"/>
            </a:endParaRPr>
          </a:p>
        </p:txBody>
      </p:sp>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9"/>
          <p:cNvSpPr txBox="1"/>
          <p:nvPr/>
        </p:nvSpPr>
        <p:spPr>
          <a:xfrm>
            <a:off x="180750" y="788375"/>
            <a:ext cx="8782500" cy="364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500">
                <a:solidFill>
                  <a:srgbClr val="CC0000"/>
                </a:solidFill>
                <a:latin typeface="Roboto Condensed"/>
                <a:ea typeface="Roboto Condensed"/>
                <a:cs typeface="Roboto Condensed"/>
                <a:sym typeface="Roboto Condensed"/>
              </a:rPr>
              <a:t>Title</a:t>
            </a:r>
            <a:r>
              <a:rPr b="1" lang="vi" sz="1500">
                <a:solidFill>
                  <a:srgbClr val="CC0000"/>
                </a:solidFill>
                <a:latin typeface="Roboto Condensed"/>
                <a:ea typeface="Roboto Condensed"/>
                <a:cs typeface="Roboto Condensed"/>
                <a:sym typeface="Roboto Condensed"/>
              </a:rPr>
              <a:t>:</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Key đặt sau không quá 2 từ</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Title ưu tiên nguyên cụm 1 key chính</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Thêm hậu tố làm rõ nội dung của bài</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Có chứa các key thành phần</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Không được chứa ký tự đặc biệt: !@#$%^&amp;*()-_=+</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Độ dài trong khoảng 50 - 66 ký tự</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Là duy nhất và không trùng lặp trên website</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Tiêu đề không phóng đại, gây sốc</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Không nên chứa năm </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Loại title đặc biệt - TITLE KÉP (abc - xyz), với </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Char char="+"/>
            </a:pPr>
            <a:r>
              <a:rPr lang="vi" sz="1300">
                <a:solidFill>
                  <a:schemeClr val="dk1"/>
                </a:solidFill>
                <a:latin typeface="Roboto Condensed Light"/>
                <a:ea typeface="Roboto Condensed Light"/>
                <a:cs typeface="Roboto Condensed Light"/>
                <a:sym typeface="Roboto Condensed Light"/>
              </a:rPr>
              <a:t>“abc” là thông tin cần SEO (muốn GG hiểu)</a:t>
            </a:r>
            <a:endParaRPr sz="1300">
              <a:solidFill>
                <a:schemeClr val="dk1"/>
              </a:solidFill>
              <a:latin typeface="Roboto Condensed Light"/>
              <a:ea typeface="Roboto Condensed Light"/>
              <a:cs typeface="Roboto Condensed Light"/>
              <a:sym typeface="Roboto Condensed Light"/>
            </a:endParaRPr>
          </a:p>
          <a:p>
            <a:pPr indent="-311150" lvl="0" marL="457200" rtl="0" algn="l">
              <a:spcBef>
                <a:spcPts val="0"/>
              </a:spcBef>
              <a:spcAft>
                <a:spcPts val="0"/>
              </a:spcAft>
              <a:buClr>
                <a:schemeClr val="dk1"/>
              </a:buClr>
              <a:buSzPts val="1300"/>
              <a:buChar char="+"/>
            </a:pPr>
            <a:r>
              <a:rPr lang="vi" sz="1300">
                <a:solidFill>
                  <a:schemeClr val="dk1"/>
                </a:solidFill>
                <a:latin typeface="Roboto Condensed Light"/>
                <a:ea typeface="Roboto Condensed Light"/>
                <a:cs typeface="Roboto Condensed Light"/>
                <a:sym typeface="Roboto Condensed Light"/>
              </a:rPr>
              <a:t>“xyz” là thông tin bổ sung, không quan trọng (thường là brand hoặc năm)</a:t>
            </a:r>
            <a:endParaRPr sz="1300">
              <a:solidFill>
                <a:schemeClr val="dk1"/>
              </a:solidFill>
              <a:latin typeface="Roboto Condensed Light"/>
              <a:ea typeface="Roboto Condensed Light"/>
              <a:cs typeface="Roboto Condensed Light"/>
              <a:sym typeface="Roboto Condensed Light"/>
            </a:endParaRPr>
          </a:p>
          <a:p>
            <a:pPr indent="45720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Ví dụ: Giá lốp Michelin chính hãng - NAT Center</a:t>
            </a:r>
            <a:endParaRPr sz="1300">
              <a:solidFill>
                <a:schemeClr val="dk1"/>
              </a:solidFill>
            </a:endParaRPr>
          </a:p>
          <a:p>
            <a:pPr indent="0" lvl="0" marL="0" rtl="0" algn="l">
              <a:spcBef>
                <a:spcPts val="0"/>
              </a:spcBef>
              <a:spcAft>
                <a:spcPts val="0"/>
              </a:spcAft>
              <a:buClr>
                <a:schemeClr val="dk1"/>
              </a:buClr>
              <a:buSzPts val="1100"/>
              <a:buFont typeface="Arial"/>
              <a:buNone/>
            </a:pPr>
            <a:r>
              <a:rPr b="1" lang="vi" sz="1500">
                <a:solidFill>
                  <a:srgbClr val="CC0000"/>
                </a:solidFill>
                <a:latin typeface="Roboto Condensed"/>
                <a:ea typeface="Roboto Condensed"/>
                <a:cs typeface="Roboto Condensed"/>
                <a:sym typeface="Roboto Condensed"/>
              </a:rPr>
              <a:t>H1: Thông thường, H1 trùng với Title, tuy nhiên một số website có H1 khác với Title</a:t>
            </a:r>
            <a:endParaRPr b="1" sz="1500">
              <a:solidFill>
                <a:srgbClr val="CC0000"/>
              </a:solidFill>
              <a:latin typeface="Roboto Condensed"/>
              <a:ea typeface="Roboto Condensed"/>
              <a:cs typeface="Roboto Condensed"/>
              <a:sym typeface="Roboto Condensed"/>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Viết tương tự title</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Số lượng ký tự tối đa là 80 ký tự</a:t>
            </a:r>
            <a:endParaRPr sz="1300">
              <a:solidFill>
                <a:schemeClr val="dk1"/>
              </a:solidFill>
              <a:latin typeface="Roboto Condensed Light"/>
              <a:ea typeface="Roboto Condensed Light"/>
              <a:cs typeface="Roboto Condensed Light"/>
              <a:sym typeface="Roboto Condensed Light"/>
            </a:endParaRPr>
          </a:p>
        </p:txBody>
      </p:sp>
      <p:sp>
        <p:nvSpPr>
          <p:cNvPr id="399" name="Google Shape;399;p39"/>
          <p:cNvSpPr txBox="1"/>
          <p:nvPr>
            <p:ph idx="4294967295" type="title"/>
          </p:nvPr>
        </p:nvSpPr>
        <p:spPr>
          <a:xfrm>
            <a:off x="0" y="205450"/>
            <a:ext cx="2369700" cy="31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 sz="1800"/>
              <a:t>CHUẨN SEO</a:t>
            </a:r>
            <a:endParaRPr sz="1800"/>
          </a:p>
        </p:txBody>
      </p:sp>
      <p:sp>
        <p:nvSpPr>
          <p:cNvPr id="400" name="Google Shape;400;p39"/>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vi"/>
              <a:t>‹#›</a:t>
            </a:fld>
            <a:endParaRPr/>
          </a:p>
        </p:txBody>
      </p:sp>
      <p:sp>
        <p:nvSpPr>
          <p:cNvPr id="401" name="Google Shape;401;p39"/>
          <p:cNvSpPr txBox="1"/>
          <p:nvPr/>
        </p:nvSpPr>
        <p:spPr>
          <a:xfrm>
            <a:off x="2261375" y="27550"/>
            <a:ext cx="6716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2000">
                <a:solidFill>
                  <a:srgbClr val="1E2A31"/>
                </a:solidFill>
                <a:highlight>
                  <a:srgbClr val="FFFFFF"/>
                </a:highlight>
                <a:latin typeface="Roboto"/>
                <a:ea typeface="Roboto"/>
                <a:cs typeface="Roboto"/>
                <a:sym typeface="Roboto"/>
              </a:rPr>
              <a:t>Viết TUM</a:t>
            </a:r>
            <a:endParaRPr b="1" sz="2000">
              <a:solidFill>
                <a:srgbClr val="1E2A31"/>
              </a:solidFill>
              <a:highlight>
                <a:srgbClr val="FFFFFF"/>
              </a:highlight>
              <a:latin typeface="Roboto"/>
              <a:ea typeface="Roboto"/>
              <a:cs typeface="Roboto"/>
              <a:sym typeface="Roboto"/>
            </a:endParaRPr>
          </a:p>
        </p:txBody>
      </p:sp>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0"/>
          <p:cNvSpPr txBox="1"/>
          <p:nvPr/>
        </p:nvSpPr>
        <p:spPr>
          <a:xfrm>
            <a:off x="180750" y="788375"/>
            <a:ext cx="87825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500">
                <a:solidFill>
                  <a:srgbClr val="CC0000"/>
                </a:solidFill>
                <a:latin typeface="Roboto Condensed"/>
                <a:ea typeface="Roboto Condensed"/>
                <a:cs typeface="Roboto Condensed"/>
                <a:sym typeface="Roboto Condensed"/>
              </a:rPr>
              <a:t>URL</a:t>
            </a:r>
            <a:r>
              <a:rPr b="1" lang="vi" sz="1500">
                <a:solidFill>
                  <a:srgbClr val="CC0000"/>
                </a:solidFill>
                <a:latin typeface="Roboto Condensed"/>
                <a:ea typeface="Roboto Condensed"/>
                <a:cs typeface="Roboto Condensed"/>
                <a:sym typeface="Roboto Condensed"/>
              </a:rPr>
              <a:t>:</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Chứa key chính &amp; thành phần</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Không chứa các từ không phải là key</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Càng ngắn gọn, tinh giản càng tốt, có thể chỉ cần mỗi key chính</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Nếu nội dung/ key trong bài có xu hướng tương lai =&gt; viết URL theo hướng tương lai, phù hợp intent người dùng</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vi" sz="1300">
                <a:solidFill>
                  <a:schemeClr val="dk1"/>
                </a:solidFill>
                <a:latin typeface="Roboto Condensed Light"/>
                <a:ea typeface="Roboto Condensed Light"/>
                <a:cs typeface="Roboto Condensed Light"/>
                <a:sym typeface="Roboto Condensed Light"/>
              </a:rPr>
              <a:t>Ví dụ: “Phuộc tein carnival” là key chính (key được người dùng search nhiều ở thời điểm hiện tại), tuy nhiên dòng phuộc tein dành cho xe carnival này có tên đầy đủ là “Phuộc tein carnival endurapro plus” =&gt; tự nghĩ được rằng trong tương lai, khi người dùng biết rõ hơn về dòng phuộc này, họ sẽ search tên đầy đủ thay vì chỉ search “Phuộc tein carnival” như hiện tại =&gt; viết title với key đầy đủ để dự trù cho tương lai =&gt; </a:t>
            </a:r>
            <a:r>
              <a:rPr lang="vi" sz="1300" u="sng">
                <a:solidFill>
                  <a:schemeClr val="hlink"/>
                </a:solidFill>
                <a:latin typeface="Roboto Condensed Light"/>
                <a:ea typeface="Roboto Condensed Light"/>
                <a:cs typeface="Roboto Condensed Light"/>
                <a:sym typeface="Roboto Condensed Light"/>
                <a:hlinkClick r:id="rId3"/>
              </a:rPr>
              <a:t>https://natcenter.vn/phuoc-tein-carnival-kia-endurapro-plus/</a:t>
            </a:r>
            <a:r>
              <a:rPr lang="vi" sz="1300">
                <a:solidFill>
                  <a:schemeClr val="dk1"/>
                </a:solidFill>
                <a:latin typeface="Roboto Condensed Light"/>
                <a:ea typeface="Roboto Condensed Light"/>
                <a:cs typeface="Roboto Condensed Light"/>
                <a:sym typeface="Roboto Condensed Light"/>
              </a:rPr>
              <a:t> </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b="1" lang="vi" sz="1500">
                <a:solidFill>
                  <a:srgbClr val="CC0000"/>
                </a:solidFill>
                <a:latin typeface="Roboto Condensed"/>
                <a:ea typeface="Roboto Condensed"/>
                <a:cs typeface="Roboto Condensed"/>
                <a:sym typeface="Roboto Condensed"/>
              </a:rPr>
              <a:t>Meta</a:t>
            </a:r>
            <a:r>
              <a:rPr b="1" lang="vi" sz="1500">
                <a:solidFill>
                  <a:srgbClr val="CC0000"/>
                </a:solidFill>
                <a:latin typeface="Roboto Condensed"/>
                <a:ea typeface="Roboto Condensed"/>
                <a:cs typeface="Roboto Condensed"/>
                <a:sym typeface="Roboto Condensed"/>
              </a:rPr>
              <a:t>:</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Chứa key chính &amp; thành phần </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Từ 120 - 135  ký tự</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Key chính xuất hiện 1 lần</a:t>
            </a:r>
            <a:endParaRPr sz="1300">
              <a:solidFill>
                <a:schemeClr val="dk1"/>
              </a:solidFill>
              <a:latin typeface="Roboto Condensed Light"/>
              <a:ea typeface="Roboto Condensed Light"/>
              <a:cs typeface="Roboto Condensed Light"/>
              <a:sym typeface="Roboto Condensed Light"/>
            </a:endParaRPr>
          </a:p>
          <a:p>
            <a:pPr indent="-311150" lvl="1" marL="360001" rtl="0" algn="l">
              <a:spcBef>
                <a:spcPts val="0"/>
              </a:spcBef>
              <a:spcAft>
                <a:spcPts val="0"/>
              </a:spcAft>
              <a:buClr>
                <a:schemeClr val="dk1"/>
              </a:buClr>
              <a:buSzPts val="1300"/>
              <a:buFont typeface="Roboto Condensed Light"/>
              <a:buChar char="○"/>
            </a:pPr>
            <a:r>
              <a:rPr lang="vi" sz="1300">
                <a:solidFill>
                  <a:schemeClr val="dk1"/>
                </a:solidFill>
                <a:latin typeface="Roboto Condensed Light"/>
                <a:ea typeface="Roboto Condensed Light"/>
                <a:cs typeface="Roboto Condensed Light"/>
                <a:sym typeface="Roboto Condensed Light"/>
              </a:rPr>
              <a:t>Có chứa key brand</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3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b="1" lang="vi" sz="1300">
                <a:solidFill>
                  <a:schemeClr val="dk1"/>
                </a:solidFill>
                <a:latin typeface="Roboto Condensed"/>
                <a:ea typeface="Roboto Condensed"/>
                <a:cs typeface="Roboto Condensed"/>
                <a:sym typeface="Roboto Condensed"/>
              </a:rPr>
              <a:t>Lưu ý: </a:t>
            </a:r>
            <a:r>
              <a:rPr lang="vi" sz="1300">
                <a:solidFill>
                  <a:schemeClr val="dk1"/>
                </a:solidFill>
                <a:latin typeface="Roboto Condensed Light"/>
                <a:ea typeface="Roboto Condensed Light"/>
                <a:cs typeface="Roboto Condensed Light"/>
                <a:sym typeface="Roboto Condensed Light"/>
              </a:rPr>
              <a:t>Nếu có quá nhiều key thành phần =&gt; tự cân đối và phân bổ các key thành phần này đều cho URL và Meta, sao cho đảm bảo key thành phần được thêm vào đầy đủ nhất</a:t>
            </a:r>
            <a:endParaRPr sz="1300">
              <a:solidFill>
                <a:schemeClr val="dk1"/>
              </a:solidFill>
              <a:latin typeface="Roboto Condensed Light"/>
              <a:ea typeface="Roboto Condensed Light"/>
              <a:cs typeface="Roboto Condensed Light"/>
              <a:sym typeface="Roboto Condensed Light"/>
            </a:endParaRPr>
          </a:p>
        </p:txBody>
      </p:sp>
      <p:sp>
        <p:nvSpPr>
          <p:cNvPr id="407" name="Google Shape;407;p40"/>
          <p:cNvSpPr txBox="1"/>
          <p:nvPr>
            <p:ph idx="4294967295" type="title"/>
          </p:nvPr>
        </p:nvSpPr>
        <p:spPr>
          <a:xfrm>
            <a:off x="0" y="205450"/>
            <a:ext cx="2369700" cy="31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 sz="1800"/>
              <a:t>CHUẨN SEO</a:t>
            </a:r>
            <a:endParaRPr sz="1800"/>
          </a:p>
        </p:txBody>
      </p:sp>
      <p:sp>
        <p:nvSpPr>
          <p:cNvPr id="408" name="Google Shape;408;p40"/>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vi"/>
              <a:t>‹#›</a:t>
            </a:fld>
            <a:endParaRPr/>
          </a:p>
        </p:txBody>
      </p:sp>
      <p:sp>
        <p:nvSpPr>
          <p:cNvPr id="409" name="Google Shape;409;p40"/>
          <p:cNvSpPr txBox="1"/>
          <p:nvPr/>
        </p:nvSpPr>
        <p:spPr>
          <a:xfrm>
            <a:off x="2261375" y="27550"/>
            <a:ext cx="6716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2000">
                <a:solidFill>
                  <a:srgbClr val="1E2A31"/>
                </a:solidFill>
                <a:highlight>
                  <a:srgbClr val="FFFFFF"/>
                </a:highlight>
                <a:latin typeface="Roboto"/>
                <a:ea typeface="Roboto"/>
                <a:cs typeface="Roboto"/>
                <a:sym typeface="Roboto"/>
              </a:rPr>
              <a:t>Viết TUM</a:t>
            </a:r>
            <a:endParaRPr b="1" sz="2000">
              <a:solidFill>
                <a:srgbClr val="1E2A31"/>
              </a:solidFill>
              <a:highlight>
                <a:srgbClr val="FFFFFF"/>
              </a:highlight>
              <a:latin typeface="Roboto"/>
              <a:ea typeface="Roboto"/>
              <a:cs typeface="Roboto"/>
              <a:sym typeface="Roboto"/>
            </a:endParaRPr>
          </a:p>
        </p:txBody>
      </p:sp>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grpSp>
        <p:nvGrpSpPr>
          <p:cNvPr id="414" name="Google Shape;414;p41"/>
          <p:cNvGrpSpPr/>
          <p:nvPr/>
        </p:nvGrpSpPr>
        <p:grpSpPr>
          <a:xfrm>
            <a:off x="1652400" y="1866903"/>
            <a:ext cx="4268031" cy="1562028"/>
            <a:chOff x="593287" y="2173876"/>
            <a:chExt cx="6127826" cy="2177346"/>
          </a:xfrm>
        </p:grpSpPr>
        <p:pic>
          <p:nvPicPr>
            <p:cNvPr id="415" name="Google Shape;415;p41"/>
            <p:cNvPicPr preferRelativeResize="0"/>
            <p:nvPr/>
          </p:nvPicPr>
          <p:blipFill>
            <a:blip r:embed="rId3">
              <a:alphaModFix/>
            </a:blip>
            <a:stretch>
              <a:fillRect/>
            </a:stretch>
          </p:blipFill>
          <p:spPr>
            <a:xfrm>
              <a:off x="593287" y="2173876"/>
              <a:ext cx="6127826" cy="2177346"/>
            </a:xfrm>
            <a:prstGeom prst="rect">
              <a:avLst/>
            </a:prstGeom>
            <a:noFill/>
            <a:ln>
              <a:noFill/>
            </a:ln>
          </p:spPr>
        </p:pic>
        <p:sp>
          <p:nvSpPr>
            <p:cNvPr id="416" name="Google Shape;416;p41"/>
            <p:cNvSpPr/>
            <p:nvPr/>
          </p:nvSpPr>
          <p:spPr>
            <a:xfrm>
              <a:off x="1183014" y="2633097"/>
              <a:ext cx="5437736" cy="75342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Condensed Light"/>
                <a:ea typeface="Roboto Condensed Light"/>
                <a:cs typeface="Roboto Condensed Light"/>
                <a:sym typeface="Roboto Condensed Light"/>
              </a:endParaRPr>
            </a:p>
          </p:txBody>
        </p:sp>
        <p:sp>
          <p:nvSpPr>
            <p:cNvPr id="417" name="Google Shape;417;p41"/>
            <p:cNvSpPr/>
            <p:nvPr/>
          </p:nvSpPr>
          <p:spPr>
            <a:xfrm>
              <a:off x="1183014" y="3597802"/>
              <a:ext cx="5437736" cy="75342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Condensed Light"/>
                <a:ea typeface="Roboto Condensed Light"/>
                <a:cs typeface="Roboto Condensed Light"/>
                <a:sym typeface="Roboto Condensed Light"/>
              </a:endParaRPr>
            </a:p>
          </p:txBody>
        </p:sp>
      </p:grpSp>
      <p:sp>
        <p:nvSpPr>
          <p:cNvPr id="418" name="Google Shape;418;p41"/>
          <p:cNvSpPr txBox="1"/>
          <p:nvPr/>
        </p:nvSpPr>
        <p:spPr>
          <a:xfrm>
            <a:off x="180750" y="788375"/>
            <a:ext cx="8782500" cy="1385400"/>
          </a:xfrm>
          <a:prstGeom prst="rect">
            <a:avLst/>
          </a:prstGeom>
          <a:noFill/>
          <a:ln>
            <a:noFill/>
          </a:ln>
        </p:spPr>
        <p:txBody>
          <a:bodyPr anchorCtr="0" anchor="t" bIns="91425" lIns="91425" spcFirstLastPara="1" rIns="91425" wrap="square" tIns="91425">
            <a:spAutoFit/>
          </a:bodyPr>
          <a:lstStyle/>
          <a:p>
            <a:pPr indent="-311150" lvl="1" marL="360001" rtl="0" algn="l">
              <a:spcBef>
                <a:spcPts val="0"/>
              </a:spcBef>
              <a:spcAft>
                <a:spcPts val="0"/>
              </a:spcAft>
              <a:buClr>
                <a:schemeClr val="dk1"/>
              </a:buClr>
              <a:buSzPts val="1300"/>
              <a:buFont typeface="Roboto Light"/>
              <a:buChar char="○"/>
            </a:pPr>
            <a:r>
              <a:rPr lang="vi" sz="1300">
                <a:solidFill>
                  <a:schemeClr val="dk1"/>
                </a:solidFill>
                <a:latin typeface="Roboto Light"/>
                <a:ea typeface="Roboto Light"/>
                <a:cs typeface="Roboto Light"/>
                <a:sym typeface="Roboto Light"/>
              </a:rPr>
              <a:t>Hình ảnh phù hợp với ngữ cảnh</a:t>
            </a:r>
            <a:endParaRPr sz="1300">
              <a:solidFill>
                <a:schemeClr val="dk1"/>
              </a:solidFill>
              <a:latin typeface="Roboto Light"/>
              <a:ea typeface="Roboto Light"/>
              <a:cs typeface="Roboto Light"/>
              <a:sym typeface="Roboto Light"/>
            </a:endParaRPr>
          </a:p>
          <a:p>
            <a:pPr indent="-311150" lvl="1" marL="360001" rtl="0" algn="l">
              <a:spcBef>
                <a:spcPts val="0"/>
              </a:spcBef>
              <a:spcAft>
                <a:spcPts val="0"/>
              </a:spcAft>
              <a:buClr>
                <a:schemeClr val="dk1"/>
              </a:buClr>
              <a:buSzPts val="1300"/>
              <a:buFont typeface="Roboto Light"/>
              <a:buChar char="○"/>
            </a:pPr>
            <a:r>
              <a:rPr lang="vi" sz="1300">
                <a:solidFill>
                  <a:schemeClr val="dk1"/>
                </a:solidFill>
                <a:latin typeface="Roboto Light"/>
                <a:ea typeface="Roboto Light"/>
                <a:cs typeface="Roboto Light"/>
                <a:sym typeface="Roboto Light"/>
              </a:rPr>
              <a:t>Thẻ ALT: 1 </a:t>
            </a:r>
            <a:r>
              <a:rPr lang="vi" sz="1300">
                <a:solidFill>
                  <a:schemeClr val="dk1"/>
                </a:solidFill>
                <a:latin typeface="Roboto Light"/>
                <a:ea typeface="Roboto Light"/>
                <a:cs typeface="Roboto Light"/>
                <a:sym typeface="Roboto Light"/>
              </a:rPr>
              <a:t>nửa</a:t>
            </a:r>
            <a:r>
              <a:rPr lang="vi" sz="1300">
                <a:solidFill>
                  <a:schemeClr val="dk1"/>
                </a:solidFill>
                <a:latin typeface="Roboto Light"/>
                <a:ea typeface="Roboto Light"/>
                <a:cs typeface="Roboto Light"/>
                <a:sym typeface="Roboto Light"/>
              </a:rPr>
              <a:t> số lượng ảnh chèn key (đa dạng key chính + key phụ + tiền tố/hậu tố)</a:t>
            </a:r>
            <a:endParaRPr sz="1300">
              <a:solidFill>
                <a:schemeClr val="dk1"/>
              </a:solidFill>
              <a:latin typeface="Roboto Light"/>
              <a:ea typeface="Roboto Light"/>
              <a:cs typeface="Roboto Light"/>
              <a:sym typeface="Roboto Light"/>
            </a:endParaRPr>
          </a:p>
          <a:p>
            <a:pPr indent="-311150" lvl="1" marL="360001" rtl="0" algn="l">
              <a:spcBef>
                <a:spcPts val="0"/>
              </a:spcBef>
              <a:spcAft>
                <a:spcPts val="0"/>
              </a:spcAft>
              <a:buClr>
                <a:schemeClr val="dk1"/>
              </a:buClr>
              <a:buSzPts val="1300"/>
              <a:buFont typeface="Roboto Light"/>
              <a:buChar char="○"/>
            </a:pPr>
            <a:r>
              <a:rPr lang="vi" sz="1300">
                <a:solidFill>
                  <a:schemeClr val="dk1"/>
                </a:solidFill>
                <a:latin typeface="Roboto Light"/>
                <a:ea typeface="Roboto Light"/>
                <a:cs typeface="Roboto Light"/>
                <a:sym typeface="Roboto Light"/>
              </a:rPr>
              <a:t>Caption: 1 </a:t>
            </a:r>
            <a:r>
              <a:rPr lang="vi" sz="1300">
                <a:solidFill>
                  <a:schemeClr val="dk1"/>
                </a:solidFill>
                <a:latin typeface="Roboto Light"/>
                <a:ea typeface="Roboto Light"/>
                <a:cs typeface="Roboto Light"/>
                <a:sym typeface="Roboto Light"/>
              </a:rPr>
              <a:t>nửa</a:t>
            </a:r>
            <a:r>
              <a:rPr lang="vi" sz="1300">
                <a:solidFill>
                  <a:schemeClr val="dk1"/>
                </a:solidFill>
                <a:latin typeface="Roboto Light"/>
                <a:ea typeface="Roboto Light"/>
                <a:cs typeface="Roboto Light"/>
                <a:sym typeface="Roboto Light"/>
              </a:rPr>
              <a:t> số lượng ảnh chèn key (đa dạng key chính + key phụ + tiền tố/hậu tố)</a:t>
            </a:r>
            <a:endParaRPr sz="1300">
              <a:solidFill>
                <a:schemeClr val="dk1"/>
              </a:solidFill>
              <a:latin typeface="Roboto Light"/>
              <a:ea typeface="Roboto Light"/>
              <a:cs typeface="Roboto Light"/>
              <a:sym typeface="Roboto Light"/>
            </a:endParaRPr>
          </a:p>
          <a:p>
            <a:pPr indent="-311150" lvl="1" marL="360001" rtl="0" algn="l">
              <a:spcBef>
                <a:spcPts val="0"/>
              </a:spcBef>
              <a:spcAft>
                <a:spcPts val="0"/>
              </a:spcAft>
              <a:buClr>
                <a:schemeClr val="dk1"/>
              </a:buClr>
              <a:buSzPts val="1300"/>
              <a:buFont typeface="Roboto Light"/>
              <a:buChar char="○"/>
            </a:pPr>
            <a:r>
              <a:rPr lang="vi" sz="1300">
                <a:solidFill>
                  <a:schemeClr val="dk1"/>
                </a:solidFill>
                <a:latin typeface="Roboto Light"/>
                <a:ea typeface="Roboto Light"/>
                <a:cs typeface="Roboto Light"/>
                <a:sym typeface="Roboto Light"/>
              </a:rPr>
              <a:t>Đoạn key nào thì chèn key đó</a:t>
            </a:r>
            <a:endParaRPr sz="1300">
              <a:solidFill>
                <a:schemeClr val="dk1"/>
              </a:solidFill>
              <a:latin typeface="Roboto Light"/>
              <a:ea typeface="Roboto Light"/>
              <a:cs typeface="Roboto Light"/>
              <a:sym typeface="Roboto Light"/>
            </a:endParaRPr>
          </a:p>
          <a:p>
            <a:pPr indent="-311150" lvl="1" marL="360001" rtl="0" algn="l">
              <a:spcBef>
                <a:spcPts val="0"/>
              </a:spcBef>
              <a:spcAft>
                <a:spcPts val="0"/>
              </a:spcAft>
              <a:buClr>
                <a:schemeClr val="dk1"/>
              </a:buClr>
              <a:buSzPts val="1300"/>
              <a:buFont typeface="Roboto Light"/>
              <a:buChar char="○"/>
            </a:pPr>
            <a:r>
              <a:rPr lang="vi" sz="1300">
                <a:solidFill>
                  <a:schemeClr val="dk1"/>
                </a:solidFill>
                <a:latin typeface="Roboto Light"/>
                <a:ea typeface="Roboto Light"/>
                <a:cs typeface="Roboto Light"/>
                <a:sym typeface="Roboto Light"/>
              </a:rPr>
              <a:t>URL ảnh: tải về và sửa URL trên máy (phải chứa key): không dấu, cách nhau bằng '-'</a:t>
            </a:r>
            <a:endParaRPr sz="1300">
              <a:solidFill>
                <a:schemeClr val="dk1"/>
              </a:solidFill>
              <a:latin typeface="Roboto Light"/>
              <a:ea typeface="Roboto Light"/>
              <a:cs typeface="Roboto Light"/>
              <a:sym typeface="Roboto Light"/>
            </a:endParaRPr>
          </a:p>
          <a:p>
            <a:pPr indent="0" lvl="0" marL="0" rtl="0" algn="l">
              <a:spcBef>
                <a:spcPts val="0"/>
              </a:spcBef>
              <a:spcAft>
                <a:spcPts val="0"/>
              </a:spcAft>
              <a:buNone/>
            </a:pPr>
            <a:r>
              <a:t/>
            </a:r>
            <a:endParaRPr sz="1300">
              <a:solidFill>
                <a:schemeClr val="dk1"/>
              </a:solidFill>
              <a:latin typeface="Roboto Condensed Light"/>
              <a:ea typeface="Roboto Condensed Light"/>
              <a:cs typeface="Roboto Condensed Light"/>
              <a:sym typeface="Roboto Condensed Light"/>
            </a:endParaRPr>
          </a:p>
        </p:txBody>
      </p:sp>
      <p:sp>
        <p:nvSpPr>
          <p:cNvPr id="419" name="Google Shape;419;p41"/>
          <p:cNvSpPr txBox="1"/>
          <p:nvPr>
            <p:ph idx="4294967295" type="title"/>
          </p:nvPr>
        </p:nvSpPr>
        <p:spPr>
          <a:xfrm>
            <a:off x="0" y="205450"/>
            <a:ext cx="2369700" cy="31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 sz="1800"/>
              <a:t>CHUẨN SEO</a:t>
            </a:r>
            <a:endParaRPr sz="1800"/>
          </a:p>
        </p:txBody>
      </p:sp>
      <p:sp>
        <p:nvSpPr>
          <p:cNvPr id="420" name="Google Shape;420;p41"/>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vi"/>
              <a:t>‹#›</a:t>
            </a:fld>
            <a:endParaRPr/>
          </a:p>
        </p:txBody>
      </p:sp>
      <p:sp>
        <p:nvSpPr>
          <p:cNvPr id="421" name="Google Shape;421;p41"/>
          <p:cNvSpPr txBox="1"/>
          <p:nvPr/>
        </p:nvSpPr>
        <p:spPr>
          <a:xfrm>
            <a:off x="2261375" y="27550"/>
            <a:ext cx="6716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2000">
                <a:solidFill>
                  <a:srgbClr val="1E2A31"/>
                </a:solidFill>
                <a:highlight>
                  <a:srgbClr val="FFFFFF"/>
                </a:highlight>
                <a:latin typeface="Roboto"/>
                <a:ea typeface="Roboto"/>
                <a:cs typeface="Roboto"/>
                <a:sym typeface="Roboto"/>
              </a:rPr>
              <a:t>Ảnh</a:t>
            </a:r>
            <a:endParaRPr b="1" sz="2000">
              <a:solidFill>
                <a:srgbClr val="1E2A31"/>
              </a:solidFill>
              <a:highlight>
                <a:srgbClr val="FFFFFF"/>
              </a:highlight>
              <a:latin typeface="Roboto"/>
              <a:ea typeface="Roboto"/>
              <a:cs typeface="Roboto"/>
              <a:sym typeface="Roboto"/>
            </a:endParaRPr>
          </a:p>
        </p:txBody>
      </p:sp>
      <p:grpSp>
        <p:nvGrpSpPr>
          <p:cNvPr id="422" name="Google Shape;422;p41"/>
          <p:cNvGrpSpPr/>
          <p:nvPr/>
        </p:nvGrpSpPr>
        <p:grpSpPr>
          <a:xfrm>
            <a:off x="1274863" y="2333713"/>
            <a:ext cx="389711" cy="323278"/>
            <a:chOff x="593275" y="2569825"/>
            <a:chExt cx="505200" cy="384900"/>
          </a:xfrm>
        </p:grpSpPr>
        <p:sp>
          <p:nvSpPr>
            <p:cNvPr id="423" name="Google Shape;423;p41"/>
            <p:cNvSpPr/>
            <p:nvPr/>
          </p:nvSpPr>
          <p:spPr>
            <a:xfrm>
              <a:off x="640075" y="2621275"/>
              <a:ext cx="411600" cy="282000"/>
            </a:xfrm>
            <a:prstGeom prst="rect">
              <a:avLst/>
            </a:prstGeom>
            <a:solidFill>
              <a:srgbClr val="CC0000"/>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Condensed Light"/>
                <a:ea typeface="Roboto Condensed Light"/>
                <a:cs typeface="Roboto Condensed Light"/>
                <a:sym typeface="Roboto Condensed Light"/>
              </a:endParaRPr>
            </a:p>
          </p:txBody>
        </p:sp>
        <p:sp>
          <p:nvSpPr>
            <p:cNvPr id="424" name="Google Shape;424;p41"/>
            <p:cNvSpPr txBox="1"/>
            <p:nvPr/>
          </p:nvSpPr>
          <p:spPr>
            <a:xfrm>
              <a:off x="593275" y="2569825"/>
              <a:ext cx="505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vi" sz="900">
                  <a:solidFill>
                    <a:schemeClr val="lt1"/>
                  </a:solidFill>
                </a:rPr>
                <a:t>ALT</a:t>
              </a:r>
              <a:endParaRPr sz="1000">
                <a:solidFill>
                  <a:schemeClr val="lt1"/>
                </a:solidFill>
              </a:endParaRPr>
            </a:p>
          </p:txBody>
        </p:sp>
      </p:grpSp>
      <p:grpSp>
        <p:nvGrpSpPr>
          <p:cNvPr id="425" name="Google Shape;425;p41"/>
          <p:cNvGrpSpPr/>
          <p:nvPr/>
        </p:nvGrpSpPr>
        <p:grpSpPr>
          <a:xfrm>
            <a:off x="1115512" y="2979555"/>
            <a:ext cx="640500" cy="338700"/>
            <a:chOff x="984137" y="2998580"/>
            <a:chExt cx="640500" cy="338700"/>
          </a:xfrm>
        </p:grpSpPr>
        <p:sp>
          <p:nvSpPr>
            <p:cNvPr id="426" name="Google Shape;426;p41"/>
            <p:cNvSpPr/>
            <p:nvPr/>
          </p:nvSpPr>
          <p:spPr>
            <a:xfrm>
              <a:off x="1062992" y="3048748"/>
              <a:ext cx="482778" cy="238346"/>
            </a:xfrm>
            <a:prstGeom prst="rect">
              <a:avLst/>
            </a:prstGeom>
            <a:solidFill>
              <a:srgbClr val="CC0000"/>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Condensed Light"/>
                <a:ea typeface="Roboto Condensed Light"/>
                <a:cs typeface="Roboto Condensed Light"/>
                <a:sym typeface="Roboto Condensed Light"/>
              </a:endParaRPr>
            </a:p>
          </p:txBody>
        </p:sp>
        <p:sp>
          <p:nvSpPr>
            <p:cNvPr id="427" name="Google Shape;427;p41"/>
            <p:cNvSpPr txBox="1"/>
            <p:nvPr/>
          </p:nvSpPr>
          <p:spPr>
            <a:xfrm>
              <a:off x="984137" y="2998580"/>
              <a:ext cx="640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vi" sz="1000">
                  <a:solidFill>
                    <a:schemeClr val="lt1"/>
                  </a:solidFill>
                </a:rPr>
                <a:t>Caption</a:t>
              </a:r>
              <a:endParaRPr sz="1000">
                <a:solidFill>
                  <a:schemeClr val="lt1"/>
                </a:solidFill>
              </a:endParaRPr>
            </a:p>
          </p:txBody>
        </p:sp>
      </p:grpSp>
      <p:grpSp>
        <p:nvGrpSpPr>
          <p:cNvPr id="428" name="Google Shape;428;p41"/>
          <p:cNvGrpSpPr/>
          <p:nvPr/>
        </p:nvGrpSpPr>
        <p:grpSpPr>
          <a:xfrm>
            <a:off x="2075500" y="3468088"/>
            <a:ext cx="2600325" cy="1438288"/>
            <a:chOff x="3271825" y="3513813"/>
            <a:chExt cx="2600325" cy="1438288"/>
          </a:xfrm>
        </p:grpSpPr>
        <p:pic>
          <p:nvPicPr>
            <p:cNvPr id="429" name="Google Shape;429;p41"/>
            <p:cNvPicPr preferRelativeResize="0"/>
            <p:nvPr/>
          </p:nvPicPr>
          <p:blipFill>
            <a:blip r:embed="rId4">
              <a:alphaModFix/>
            </a:blip>
            <a:stretch>
              <a:fillRect/>
            </a:stretch>
          </p:blipFill>
          <p:spPr>
            <a:xfrm>
              <a:off x="3271825" y="3513813"/>
              <a:ext cx="2600325" cy="1438275"/>
            </a:xfrm>
            <a:prstGeom prst="rect">
              <a:avLst/>
            </a:prstGeom>
            <a:noFill/>
            <a:ln>
              <a:noFill/>
            </a:ln>
          </p:spPr>
        </p:pic>
        <p:sp>
          <p:nvSpPr>
            <p:cNvPr id="430" name="Google Shape;430;p41"/>
            <p:cNvSpPr/>
            <p:nvPr/>
          </p:nvSpPr>
          <p:spPr>
            <a:xfrm>
              <a:off x="3307075" y="4724400"/>
              <a:ext cx="2400300" cy="2277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Condensed Light"/>
                <a:ea typeface="Roboto Condensed Light"/>
                <a:cs typeface="Roboto Condensed Light"/>
                <a:sym typeface="Roboto Condensed Light"/>
              </a:endParaRPr>
            </a:p>
          </p:txBody>
        </p:sp>
      </p:grpSp>
      <p:grpSp>
        <p:nvGrpSpPr>
          <p:cNvPr id="431" name="Google Shape;431;p41"/>
          <p:cNvGrpSpPr/>
          <p:nvPr/>
        </p:nvGrpSpPr>
        <p:grpSpPr>
          <a:xfrm>
            <a:off x="1210002" y="4198925"/>
            <a:ext cx="451500" cy="323278"/>
            <a:chOff x="593293" y="2569839"/>
            <a:chExt cx="585300" cy="384900"/>
          </a:xfrm>
        </p:grpSpPr>
        <p:sp>
          <p:nvSpPr>
            <p:cNvPr id="432" name="Google Shape;432;p41"/>
            <p:cNvSpPr/>
            <p:nvPr/>
          </p:nvSpPr>
          <p:spPr>
            <a:xfrm>
              <a:off x="640075" y="2621275"/>
              <a:ext cx="411600" cy="282000"/>
            </a:xfrm>
            <a:prstGeom prst="rect">
              <a:avLst/>
            </a:prstGeom>
            <a:solidFill>
              <a:srgbClr val="CC0000"/>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Condensed Light"/>
                <a:ea typeface="Roboto Condensed Light"/>
                <a:cs typeface="Roboto Condensed Light"/>
                <a:sym typeface="Roboto Condensed Light"/>
              </a:endParaRPr>
            </a:p>
          </p:txBody>
        </p:sp>
        <p:sp>
          <p:nvSpPr>
            <p:cNvPr id="433" name="Google Shape;433;p41"/>
            <p:cNvSpPr txBox="1"/>
            <p:nvPr/>
          </p:nvSpPr>
          <p:spPr>
            <a:xfrm>
              <a:off x="593293" y="2569839"/>
              <a:ext cx="585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vi" sz="900">
                  <a:solidFill>
                    <a:schemeClr val="lt1"/>
                  </a:solidFill>
                </a:rPr>
                <a:t>URL</a:t>
              </a:r>
              <a:endParaRPr sz="1000">
                <a:solidFill>
                  <a:schemeClr val="lt1"/>
                </a:solidFill>
              </a:endParaRPr>
            </a:p>
          </p:txBody>
        </p:sp>
      </p:grpSp>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2"/>
          <p:cNvSpPr txBox="1"/>
          <p:nvPr/>
        </p:nvSpPr>
        <p:spPr>
          <a:xfrm>
            <a:off x="180750" y="788375"/>
            <a:ext cx="8782500" cy="1785600"/>
          </a:xfrm>
          <a:prstGeom prst="rect">
            <a:avLst/>
          </a:prstGeom>
          <a:noFill/>
          <a:ln>
            <a:noFill/>
          </a:ln>
        </p:spPr>
        <p:txBody>
          <a:bodyPr anchorCtr="0" anchor="t" bIns="91425" lIns="91425" spcFirstLastPara="1" rIns="91425" wrap="square" tIns="91425">
            <a:spAutoFit/>
          </a:bodyPr>
          <a:lstStyle/>
          <a:p>
            <a:pPr indent="-311150" lvl="1" marL="360001" rtl="0" algn="l">
              <a:spcBef>
                <a:spcPts val="0"/>
              </a:spcBef>
              <a:spcAft>
                <a:spcPts val="0"/>
              </a:spcAft>
              <a:buClr>
                <a:schemeClr val="dk1"/>
              </a:buClr>
              <a:buSzPts val="1300"/>
              <a:buFont typeface="Roboto Light"/>
              <a:buChar char="○"/>
            </a:pPr>
            <a:r>
              <a:rPr lang="vi" sz="1300">
                <a:solidFill>
                  <a:schemeClr val="dk1"/>
                </a:solidFill>
                <a:latin typeface="Roboto Light"/>
                <a:ea typeface="Roboto Light"/>
                <a:cs typeface="Roboto Light"/>
                <a:sym typeface="Roboto Light"/>
              </a:rPr>
              <a:t>Mỗi Heading 2 có ít nhất 1 ảnh (tốt nhất là khoảng 300 chữ có 1 ảnh)</a:t>
            </a:r>
            <a:endParaRPr sz="1300">
              <a:solidFill>
                <a:schemeClr val="dk1"/>
              </a:solidFill>
              <a:latin typeface="Roboto Light"/>
              <a:ea typeface="Roboto Light"/>
              <a:cs typeface="Roboto Light"/>
              <a:sym typeface="Roboto Light"/>
            </a:endParaRPr>
          </a:p>
          <a:p>
            <a:pPr indent="-311150" lvl="1" marL="360001" rtl="0" algn="l">
              <a:spcBef>
                <a:spcPts val="0"/>
              </a:spcBef>
              <a:spcAft>
                <a:spcPts val="0"/>
              </a:spcAft>
              <a:buClr>
                <a:schemeClr val="dk1"/>
              </a:buClr>
              <a:buSzPts val="1300"/>
              <a:buFont typeface="Roboto Light"/>
              <a:buChar char="○"/>
            </a:pPr>
            <a:r>
              <a:rPr lang="vi" sz="1300">
                <a:solidFill>
                  <a:schemeClr val="dk1"/>
                </a:solidFill>
                <a:latin typeface="Roboto Light"/>
                <a:ea typeface="Roboto Light"/>
                <a:cs typeface="Roboto Light"/>
                <a:sym typeface="Roboto Light"/>
              </a:rPr>
              <a:t>2 Heading 3 liên tiếp cần có ít nhất 1 ảnh</a:t>
            </a:r>
            <a:endParaRPr sz="1300">
              <a:solidFill>
                <a:schemeClr val="dk1"/>
              </a:solidFill>
              <a:latin typeface="Roboto Light"/>
              <a:ea typeface="Roboto Light"/>
              <a:cs typeface="Roboto Light"/>
              <a:sym typeface="Roboto Light"/>
            </a:endParaRPr>
          </a:p>
          <a:p>
            <a:pPr indent="-311150" lvl="1" marL="360001" rtl="0" algn="l">
              <a:spcBef>
                <a:spcPts val="0"/>
              </a:spcBef>
              <a:spcAft>
                <a:spcPts val="0"/>
              </a:spcAft>
              <a:buClr>
                <a:schemeClr val="dk1"/>
              </a:buClr>
              <a:buSzPts val="1300"/>
              <a:buFont typeface="Roboto Light"/>
              <a:buChar char="○"/>
            </a:pPr>
            <a:r>
              <a:rPr lang="vi" sz="1300">
                <a:solidFill>
                  <a:schemeClr val="dk1"/>
                </a:solidFill>
                <a:latin typeface="Roboto Light"/>
                <a:ea typeface="Roboto Light"/>
                <a:cs typeface="Roboto Light"/>
                <a:sym typeface="Roboto Light"/>
              </a:rPr>
              <a:t>Có ảnh đại diện ( featured image ) bài viết</a:t>
            </a:r>
            <a:endParaRPr sz="1300">
              <a:solidFill>
                <a:schemeClr val="dk1"/>
              </a:solidFill>
              <a:latin typeface="Roboto Light"/>
              <a:ea typeface="Roboto Light"/>
              <a:cs typeface="Roboto Light"/>
              <a:sym typeface="Roboto Light"/>
            </a:endParaRPr>
          </a:p>
          <a:p>
            <a:pPr indent="-311150" lvl="1" marL="360001" rtl="0" algn="l">
              <a:spcBef>
                <a:spcPts val="0"/>
              </a:spcBef>
              <a:spcAft>
                <a:spcPts val="0"/>
              </a:spcAft>
              <a:buClr>
                <a:schemeClr val="dk1"/>
              </a:buClr>
              <a:buSzPts val="1300"/>
              <a:buFont typeface="Roboto Light"/>
              <a:buChar char="○"/>
            </a:pPr>
            <a:r>
              <a:rPr lang="vi" sz="1300">
                <a:solidFill>
                  <a:schemeClr val="dk1"/>
                </a:solidFill>
                <a:latin typeface="Roboto Light"/>
                <a:ea typeface="Roboto Light"/>
                <a:cs typeface="Roboto Light"/>
                <a:sym typeface="Roboto Light"/>
              </a:rPr>
              <a:t>Định dạng file JPG hoặc JPEG</a:t>
            </a:r>
            <a:endParaRPr sz="1300">
              <a:solidFill>
                <a:schemeClr val="dk1"/>
              </a:solidFill>
              <a:latin typeface="Roboto Light"/>
              <a:ea typeface="Roboto Light"/>
              <a:cs typeface="Roboto Light"/>
              <a:sym typeface="Roboto Light"/>
            </a:endParaRPr>
          </a:p>
          <a:p>
            <a:pPr indent="-311150" lvl="1" marL="360001" rtl="0" algn="l">
              <a:spcBef>
                <a:spcPts val="0"/>
              </a:spcBef>
              <a:spcAft>
                <a:spcPts val="0"/>
              </a:spcAft>
              <a:buClr>
                <a:schemeClr val="dk1"/>
              </a:buClr>
              <a:buSzPts val="1300"/>
              <a:buFont typeface="Roboto Light"/>
              <a:buChar char="○"/>
            </a:pPr>
            <a:r>
              <a:rPr lang="vi" sz="1300">
                <a:solidFill>
                  <a:schemeClr val="dk1"/>
                </a:solidFill>
                <a:latin typeface="Roboto Light"/>
                <a:ea typeface="Roboto Light"/>
                <a:cs typeface="Roboto Light"/>
                <a:sym typeface="Roboto Light"/>
              </a:rPr>
              <a:t>Hình ảnh không có watermark của thương hiệu khác</a:t>
            </a:r>
            <a:endParaRPr sz="1300">
              <a:solidFill>
                <a:schemeClr val="dk1"/>
              </a:solidFill>
              <a:latin typeface="Roboto Light"/>
              <a:ea typeface="Roboto Light"/>
              <a:cs typeface="Roboto Light"/>
              <a:sym typeface="Roboto Light"/>
            </a:endParaRPr>
          </a:p>
          <a:p>
            <a:pPr indent="-311150" lvl="1" marL="360001" rtl="0" algn="l">
              <a:spcBef>
                <a:spcPts val="0"/>
              </a:spcBef>
              <a:spcAft>
                <a:spcPts val="0"/>
              </a:spcAft>
              <a:buClr>
                <a:schemeClr val="dk1"/>
              </a:buClr>
              <a:buSzPts val="1300"/>
              <a:buFont typeface="Roboto Light"/>
              <a:buChar char="○"/>
            </a:pPr>
            <a:r>
              <a:rPr lang="vi" sz="1300">
                <a:solidFill>
                  <a:schemeClr val="dk1"/>
                </a:solidFill>
                <a:latin typeface="Roboto Light"/>
                <a:ea typeface="Roboto Light"/>
                <a:cs typeface="Roboto Light"/>
                <a:sym typeface="Roboto Light"/>
              </a:rPr>
              <a:t>Dung lượng ảnh: Nếu tối ưu nhất thì 150-200kb, nhưng cũng tùy bài viết bởi vì nén ảnh thì chất lượng không được nét</a:t>
            </a:r>
            <a:endParaRPr sz="1300">
              <a:solidFill>
                <a:schemeClr val="dk1"/>
              </a:solidFill>
              <a:latin typeface="Roboto Light"/>
              <a:ea typeface="Roboto Light"/>
              <a:cs typeface="Roboto Light"/>
              <a:sym typeface="Roboto Light"/>
            </a:endParaRPr>
          </a:p>
          <a:p>
            <a:pPr indent="0" lvl="0" marL="0" rtl="0" algn="l">
              <a:spcBef>
                <a:spcPts val="0"/>
              </a:spcBef>
              <a:spcAft>
                <a:spcPts val="0"/>
              </a:spcAft>
              <a:buNone/>
            </a:pPr>
            <a:r>
              <a:t/>
            </a:r>
            <a:endParaRPr sz="1300">
              <a:solidFill>
                <a:schemeClr val="dk1"/>
              </a:solidFill>
              <a:latin typeface="Roboto Condensed Light"/>
              <a:ea typeface="Roboto Condensed Light"/>
              <a:cs typeface="Roboto Condensed Light"/>
              <a:sym typeface="Roboto Condensed Light"/>
            </a:endParaRPr>
          </a:p>
        </p:txBody>
      </p:sp>
      <p:sp>
        <p:nvSpPr>
          <p:cNvPr id="439" name="Google Shape;439;p42"/>
          <p:cNvSpPr txBox="1"/>
          <p:nvPr>
            <p:ph idx="4294967295" type="title"/>
          </p:nvPr>
        </p:nvSpPr>
        <p:spPr>
          <a:xfrm>
            <a:off x="0" y="205450"/>
            <a:ext cx="2369700" cy="31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 sz="1800"/>
              <a:t>CHUẨN SEO</a:t>
            </a:r>
            <a:endParaRPr sz="1800"/>
          </a:p>
        </p:txBody>
      </p:sp>
      <p:sp>
        <p:nvSpPr>
          <p:cNvPr id="440" name="Google Shape;440;p42"/>
          <p:cNvSpPr txBox="1"/>
          <p:nvPr>
            <p:ph idx="12" type="sldNum"/>
          </p:nvPr>
        </p:nvSpPr>
        <p:spPr>
          <a:xfrm>
            <a:off x="7618000" y="4636500"/>
            <a:ext cx="1487400" cy="315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vi"/>
              <a:t>‹#›</a:t>
            </a:fld>
            <a:endParaRPr/>
          </a:p>
        </p:txBody>
      </p:sp>
      <p:sp>
        <p:nvSpPr>
          <p:cNvPr id="441" name="Google Shape;441;p42"/>
          <p:cNvSpPr txBox="1"/>
          <p:nvPr/>
        </p:nvSpPr>
        <p:spPr>
          <a:xfrm>
            <a:off x="2261375" y="27550"/>
            <a:ext cx="6716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2000">
                <a:solidFill>
                  <a:srgbClr val="1E2A31"/>
                </a:solidFill>
                <a:highlight>
                  <a:srgbClr val="FFFFFF"/>
                </a:highlight>
                <a:latin typeface="Roboto"/>
                <a:ea typeface="Roboto"/>
                <a:cs typeface="Roboto"/>
                <a:sym typeface="Roboto"/>
              </a:rPr>
              <a:t>Ảnh</a:t>
            </a:r>
            <a:endParaRPr b="1" sz="2000">
              <a:solidFill>
                <a:srgbClr val="1E2A31"/>
              </a:solidFill>
              <a:highlight>
                <a:srgbClr val="FFFFFF"/>
              </a:highlight>
              <a:latin typeface="Roboto"/>
              <a:ea typeface="Roboto"/>
              <a:cs typeface="Roboto"/>
              <a:sym typeface="Roboto"/>
            </a:endParaRPr>
          </a:p>
        </p:txBody>
      </p:sp>
    </p:spTree>
  </p:cSld>
  <p:clrMapOvr>
    <a:masterClrMapping/>
  </p:clrMapOvr>
  <p:transition>
    <p:fade thruBlk="1"/>
  </p:transition>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alerio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